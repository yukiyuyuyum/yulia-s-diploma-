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3"/>
  </p:sldMasterIdLst>
  <p:notesMasterIdLst>
    <p:notesMasterId r:id="rId4"/>
  </p:notesMasterIdLst>
  <p:sldIdLst>
    <p:sldId id="256" r:id="rId5"/>
  </p:sldIdLst>
  <p:sldSz cy="5143500" cx="9144000"/>
  <p:notesSz cx="6858000" cy="9144000"/>
  <p:embeddedFontLst>
    <p:embeddedFont>
      <p:font typeface="Raleway"/>
      <p:regular r:id="rId6"/>
      <p:bold r:id="rId7"/>
      <p:italic r:id="rId8"/>
      <p:boldItalic r:id="rId9"/>
    </p:embeddedFont>
    <p:embeddedFont>
      <p:font typeface="Nunito"/>
      <p:regular r:id="rId10"/>
      <p:bold r:id="rId11"/>
      <p:italic r:id="rId12"/>
      <p:boldItalic r:id="rId13"/>
    </p:embeddedFont>
    <p:embeddedFont>
      <p:font typeface="Bebas Neue"/>
      <p:regular r:id="rId14"/>
    </p:embeddedFont>
    <p:embeddedFont>
      <p:font typeface="Raleway Medium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Raleway-boldItalic.fntdata"/><Relationship Id="rId5" Type="http://schemas.openxmlformats.org/officeDocument/2006/relationships/slide" Target="slides/slide1.xml"/><Relationship Id="rId6" Type="http://schemas.openxmlformats.org/officeDocument/2006/relationships/font" Target="fonts/Raleway-regular.fntdata"/><Relationship Id="rId7" Type="http://schemas.openxmlformats.org/officeDocument/2006/relationships/font" Target="fonts/Raleway-bold.fntdata"/><Relationship Id="rId8" Type="http://schemas.openxmlformats.org/officeDocument/2006/relationships/font" Target="fonts/Raleway-italic.fntdata"/><Relationship Id="rId11" Type="http://schemas.openxmlformats.org/officeDocument/2006/relationships/font" Target="fonts/Nunito-bold.fntdata"/><Relationship Id="rId10" Type="http://schemas.openxmlformats.org/officeDocument/2006/relationships/font" Target="fonts/Nunito-regular.fntdata"/><Relationship Id="rId13" Type="http://schemas.openxmlformats.org/officeDocument/2006/relationships/font" Target="fonts/Nunito-boldItalic.fntdata"/><Relationship Id="rId12" Type="http://schemas.openxmlformats.org/officeDocument/2006/relationships/font" Target="fonts/Nunito-italic.fntdata"/><Relationship Id="rId15" Type="http://schemas.openxmlformats.org/officeDocument/2006/relationships/font" Target="fonts/RalewayMedium-regular.fntdata"/><Relationship Id="rId14" Type="http://schemas.openxmlformats.org/officeDocument/2006/relationships/font" Target="fonts/BebasNeue-regular.fntdata"/><Relationship Id="rId17" Type="http://schemas.openxmlformats.org/officeDocument/2006/relationships/font" Target="fonts/RalewayMedium-italic.fntdata"/><Relationship Id="rId16" Type="http://schemas.openxmlformats.org/officeDocument/2006/relationships/font" Target="fonts/RalewayMedium-bold.fntdata"/><Relationship Id="rId18" Type="http://schemas.openxmlformats.org/officeDocument/2006/relationships/font" Target="fonts/Raleway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e283eefaa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e283eefaa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/>
        </p:nvSpPr>
        <p:spPr>
          <a:xfrm>
            <a:off x="11400" y="0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" name="Google Shape;10;p2"/>
          <p:cNvSpPr txBox="1"/>
          <p:nvPr/>
        </p:nvSpPr>
        <p:spPr>
          <a:xfrm>
            <a:off x="11400" y="2656728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" name="Google Shape;11;p2"/>
          <p:cNvSpPr txBox="1"/>
          <p:nvPr/>
        </p:nvSpPr>
        <p:spPr>
          <a:xfrm>
            <a:off x="22675" y="3985092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" name="Google Shape;12;p2"/>
          <p:cNvSpPr txBox="1"/>
          <p:nvPr/>
        </p:nvSpPr>
        <p:spPr>
          <a:xfrm>
            <a:off x="11400" y="1328364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708150" y="535050"/>
            <a:ext cx="7720800" cy="407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 txBox="1"/>
          <p:nvPr>
            <p:ph type="ctrTitle"/>
          </p:nvPr>
        </p:nvSpPr>
        <p:spPr>
          <a:xfrm>
            <a:off x="3356550" y="1165860"/>
            <a:ext cx="4412100" cy="18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356550" y="3041885"/>
            <a:ext cx="44121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1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" name="Google Shape;16;p2"/>
          <p:cNvSpPr txBox="1"/>
          <p:nvPr>
            <p:ph idx="2" type="subTitle"/>
          </p:nvPr>
        </p:nvSpPr>
        <p:spPr>
          <a:xfrm>
            <a:off x="3356550" y="3840335"/>
            <a:ext cx="44121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2106050" y="2190967"/>
            <a:ext cx="4944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hasCustomPrompt="1" idx="2" type="title"/>
          </p:nvPr>
        </p:nvSpPr>
        <p:spPr>
          <a:xfrm>
            <a:off x="3638942" y="1349167"/>
            <a:ext cx="1882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897842" y="3055967"/>
            <a:ext cx="53508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/>
        </p:nvSpPr>
        <p:spPr>
          <a:xfrm rot="5400000">
            <a:off x="-577075" y="3689750"/>
            <a:ext cx="17634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/(AI)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/>
        </p:nvSpPr>
        <p:spPr>
          <a:xfrm rot="5400000">
            <a:off x="-1536625" y="2730450"/>
            <a:ext cx="36825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/(AI)/(AI)/</a:t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712400" y="1091150"/>
            <a:ext cx="7716600" cy="405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 txBox="1"/>
          <p:nvPr>
            <p:ph idx="1" type="subTitle"/>
          </p:nvPr>
        </p:nvSpPr>
        <p:spPr>
          <a:xfrm>
            <a:off x="918600" y="1071750"/>
            <a:ext cx="7306800" cy="35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aleway"/>
              <a:buAutoNum type="arabicPeriod"/>
              <a:defRPr sz="12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200">
                <a:solidFill>
                  <a:schemeClr val="accen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AutoNum type="romanLcPeriod"/>
              <a:defRPr>
                <a:solidFill>
                  <a:schemeClr val="accen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AutoNum type="arabicPeriod"/>
              <a:defRPr>
                <a:solidFill>
                  <a:schemeClr val="accen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AutoNum type="alphaLcPeriod"/>
              <a:defRPr>
                <a:solidFill>
                  <a:schemeClr val="accen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AutoNum type="romanLcPeriod"/>
              <a:defRPr>
                <a:solidFill>
                  <a:schemeClr val="accen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AutoNum type="arabicPeriod"/>
              <a:defRPr>
                <a:solidFill>
                  <a:schemeClr val="accen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AutoNum type="alphaLcPeriod"/>
              <a:defRPr>
                <a:solidFill>
                  <a:schemeClr val="accen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AutoNum type="romanLcPeriod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/>
        </p:nvSpPr>
        <p:spPr>
          <a:xfrm>
            <a:off x="11400" y="4030092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" name="Google Shape;29;p5"/>
          <p:cNvSpPr txBox="1"/>
          <p:nvPr>
            <p:ph idx="1" type="subTitle"/>
          </p:nvPr>
        </p:nvSpPr>
        <p:spPr>
          <a:xfrm>
            <a:off x="1834113" y="1773447"/>
            <a:ext cx="27522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4572050" y="3532125"/>
            <a:ext cx="27522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5103350" y="1545297"/>
            <a:ext cx="2752200" cy="9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4" type="subTitle"/>
          </p:nvPr>
        </p:nvSpPr>
        <p:spPr>
          <a:xfrm>
            <a:off x="1236966" y="3303975"/>
            <a:ext cx="2752200" cy="9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/>
        </p:nvSpPr>
        <p:spPr>
          <a:xfrm>
            <a:off x="5382500" y="1655900"/>
            <a:ext cx="3754200" cy="3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" name="Google Shape;36;p6"/>
          <p:cNvSpPr/>
          <p:nvPr/>
        </p:nvSpPr>
        <p:spPr>
          <a:xfrm>
            <a:off x="712400" y="1168200"/>
            <a:ext cx="7716600" cy="397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/>
        </p:nvSpPr>
        <p:spPr>
          <a:xfrm>
            <a:off x="0" y="1635000"/>
            <a:ext cx="4709100" cy="3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" name="Google Shape;40;p7"/>
          <p:cNvSpPr txBox="1"/>
          <p:nvPr>
            <p:ph idx="1" type="subTitle"/>
          </p:nvPr>
        </p:nvSpPr>
        <p:spPr>
          <a:xfrm>
            <a:off x="2259450" y="1849425"/>
            <a:ext cx="4625100" cy="17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/>
        </p:nvSpPr>
        <p:spPr>
          <a:xfrm>
            <a:off x="0" y="0"/>
            <a:ext cx="44259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" name="Google Shape;44;p8"/>
          <p:cNvSpPr/>
          <p:nvPr/>
        </p:nvSpPr>
        <p:spPr>
          <a:xfrm>
            <a:off x="1531800" y="951900"/>
            <a:ext cx="6080400" cy="323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8"/>
          <p:cNvSpPr txBox="1"/>
          <p:nvPr>
            <p:ph type="title"/>
          </p:nvPr>
        </p:nvSpPr>
        <p:spPr>
          <a:xfrm>
            <a:off x="1792008" y="1566450"/>
            <a:ext cx="5565300" cy="201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7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/>
        </p:nvSpPr>
        <p:spPr>
          <a:xfrm rot="-5400000">
            <a:off x="8060700" y="3912600"/>
            <a:ext cx="1388100" cy="13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(AI)</a:t>
            </a:r>
            <a:endParaRPr>
              <a:solidFill>
                <a:schemeClr val="hlink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/>
        </p:nvSpPr>
        <p:spPr>
          <a:xfrm>
            <a:off x="11400" y="2656728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9" name="Google Shape;49;p9"/>
          <p:cNvSpPr txBox="1"/>
          <p:nvPr/>
        </p:nvSpPr>
        <p:spPr>
          <a:xfrm>
            <a:off x="11400" y="1328364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" name="Google Shape;50;p9"/>
          <p:cNvSpPr txBox="1"/>
          <p:nvPr>
            <p:ph type="title"/>
          </p:nvPr>
        </p:nvSpPr>
        <p:spPr>
          <a:xfrm>
            <a:off x="896000" y="1424283"/>
            <a:ext cx="3675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896000" y="2179726"/>
            <a:ext cx="3675900" cy="13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10"/>
          <p:cNvSpPr txBox="1"/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/>
        </p:nvSpPr>
        <p:spPr>
          <a:xfrm>
            <a:off x="11400" y="2656728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" name="Google Shape;57;p11"/>
          <p:cNvSpPr txBox="1"/>
          <p:nvPr/>
        </p:nvSpPr>
        <p:spPr>
          <a:xfrm>
            <a:off x="11400" y="1328364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" name="Google Shape;58;p11"/>
          <p:cNvSpPr/>
          <p:nvPr/>
        </p:nvSpPr>
        <p:spPr>
          <a:xfrm>
            <a:off x="1531800" y="951900"/>
            <a:ext cx="6080400" cy="323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2015650" y="1470933"/>
            <a:ext cx="5115000" cy="15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10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subTitle"/>
          </p:nvPr>
        </p:nvSpPr>
        <p:spPr>
          <a:xfrm>
            <a:off x="2015642" y="2982083"/>
            <a:ext cx="5115000" cy="45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grpSp>
        <p:nvGrpSpPr>
          <p:cNvPr id="61" name="Google Shape;61;p11"/>
          <p:cNvGrpSpPr/>
          <p:nvPr/>
        </p:nvGrpSpPr>
        <p:grpSpPr>
          <a:xfrm>
            <a:off x="2878783" y="409142"/>
            <a:ext cx="3397850" cy="187275"/>
            <a:chOff x="-3237675" y="-1132050"/>
            <a:chExt cx="3397850" cy="187275"/>
          </a:xfrm>
        </p:grpSpPr>
        <p:sp>
          <p:nvSpPr>
            <p:cNvPr id="62" name="Google Shape;62;p11"/>
            <p:cNvSpPr/>
            <p:nvPr/>
          </p:nvSpPr>
          <p:spPr>
            <a:xfrm>
              <a:off x="-378750" y="-1132050"/>
              <a:ext cx="130425" cy="187275"/>
            </a:xfrm>
            <a:custGeom>
              <a:rect b="b" l="l" r="r" t="t"/>
              <a:pathLst>
                <a:path extrusionOk="0" h="7491" w="5217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1"/>
            <p:cNvSpPr/>
            <p:nvPr/>
          </p:nvSpPr>
          <p:spPr>
            <a:xfrm>
              <a:off x="29725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1"/>
            <p:cNvSpPr/>
            <p:nvPr/>
          </p:nvSpPr>
          <p:spPr>
            <a:xfrm>
              <a:off x="-787250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1"/>
            <p:cNvSpPr/>
            <p:nvPr/>
          </p:nvSpPr>
          <p:spPr>
            <a:xfrm>
              <a:off x="-1195725" y="-1132050"/>
              <a:ext cx="130425" cy="187275"/>
            </a:xfrm>
            <a:custGeom>
              <a:rect b="b" l="l" r="r" t="t"/>
              <a:pathLst>
                <a:path extrusionOk="0" h="7491" w="5217">
                  <a:moveTo>
                    <a:pt x="406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1"/>
            <p:cNvSpPr/>
            <p:nvPr/>
          </p:nvSpPr>
          <p:spPr>
            <a:xfrm>
              <a:off x="-1604225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6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1"/>
            <p:cNvSpPr/>
            <p:nvPr/>
          </p:nvSpPr>
          <p:spPr>
            <a:xfrm>
              <a:off x="-2012725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60" y="0"/>
                  </a:moveTo>
                  <a:lnTo>
                    <a:pt x="1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1"/>
            <p:cNvSpPr/>
            <p:nvPr/>
          </p:nvSpPr>
          <p:spPr>
            <a:xfrm>
              <a:off x="-2421200" y="-1132050"/>
              <a:ext cx="130425" cy="187275"/>
            </a:xfrm>
            <a:custGeom>
              <a:rect b="b" l="l" r="r" t="t"/>
              <a:pathLst>
                <a:path extrusionOk="0" h="7491" w="5217">
                  <a:moveTo>
                    <a:pt x="4060" y="0"/>
                  </a:moveTo>
                  <a:lnTo>
                    <a:pt x="0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1"/>
            <p:cNvSpPr/>
            <p:nvPr/>
          </p:nvSpPr>
          <p:spPr>
            <a:xfrm>
              <a:off x="-2829175" y="-1132050"/>
              <a:ext cx="129925" cy="187275"/>
            </a:xfrm>
            <a:custGeom>
              <a:rect b="b" l="l" r="r" t="t"/>
              <a:pathLst>
                <a:path extrusionOk="0" h="7491" w="5197">
                  <a:moveTo>
                    <a:pt x="4039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6" y="690"/>
                  </a:lnTo>
                  <a:lnTo>
                    <a:pt x="40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1"/>
            <p:cNvSpPr/>
            <p:nvPr/>
          </p:nvSpPr>
          <p:spPr>
            <a:xfrm>
              <a:off x="-3237675" y="-1132050"/>
              <a:ext cx="129925" cy="187275"/>
            </a:xfrm>
            <a:custGeom>
              <a:rect b="b" l="l" r="r" t="t"/>
              <a:pathLst>
                <a:path extrusionOk="0" h="7491" w="5197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6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/>
        </p:nvSpPr>
        <p:spPr>
          <a:xfrm>
            <a:off x="11400" y="4030092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" name="Google Shape;74;p13"/>
          <p:cNvSpPr txBox="1"/>
          <p:nvPr>
            <p:ph type="title"/>
          </p:nvPr>
        </p:nvSpPr>
        <p:spPr>
          <a:xfrm>
            <a:off x="720000" y="1621208"/>
            <a:ext cx="2336400" cy="7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3"/>
          <p:cNvSpPr txBox="1"/>
          <p:nvPr>
            <p:ph hasCustomPrompt="1" idx="2" type="title"/>
          </p:nvPr>
        </p:nvSpPr>
        <p:spPr>
          <a:xfrm>
            <a:off x="720000" y="1158483"/>
            <a:ext cx="924600" cy="41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6" name="Google Shape;76;p13"/>
          <p:cNvSpPr txBox="1"/>
          <p:nvPr>
            <p:ph idx="1" type="subTitle"/>
          </p:nvPr>
        </p:nvSpPr>
        <p:spPr>
          <a:xfrm>
            <a:off x="720000" y="2261249"/>
            <a:ext cx="2336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13"/>
          <p:cNvSpPr txBox="1"/>
          <p:nvPr>
            <p:ph idx="3" type="title"/>
          </p:nvPr>
        </p:nvSpPr>
        <p:spPr>
          <a:xfrm>
            <a:off x="3403800" y="1621216"/>
            <a:ext cx="2336400" cy="7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13"/>
          <p:cNvSpPr txBox="1"/>
          <p:nvPr>
            <p:ph hasCustomPrompt="1" idx="4" type="title"/>
          </p:nvPr>
        </p:nvSpPr>
        <p:spPr>
          <a:xfrm>
            <a:off x="3403800" y="1158483"/>
            <a:ext cx="923400" cy="41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/>
          <p:nvPr>
            <p:ph idx="5" type="subTitle"/>
          </p:nvPr>
        </p:nvSpPr>
        <p:spPr>
          <a:xfrm>
            <a:off x="3403800" y="2261249"/>
            <a:ext cx="2336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3"/>
          <p:cNvSpPr txBox="1"/>
          <p:nvPr>
            <p:ph idx="6" type="title"/>
          </p:nvPr>
        </p:nvSpPr>
        <p:spPr>
          <a:xfrm>
            <a:off x="6087600" y="1621208"/>
            <a:ext cx="2336400" cy="7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1" name="Google Shape;81;p13"/>
          <p:cNvSpPr txBox="1"/>
          <p:nvPr>
            <p:ph hasCustomPrompt="1" idx="7" type="title"/>
          </p:nvPr>
        </p:nvSpPr>
        <p:spPr>
          <a:xfrm>
            <a:off x="6087600" y="1158483"/>
            <a:ext cx="923400" cy="41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/>
          <p:nvPr>
            <p:ph idx="8" type="subTitle"/>
          </p:nvPr>
        </p:nvSpPr>
        <p:spPr>
          <a:xfrm>
            <a:off x="6087600" y="2261249"/>
            <a:ext cx="2336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9" type="title"/>
          </p:nvPr>
        </p:nvSpPr>
        <p:spPr>
          <a:xfrm>
            <a:off x="720000" y="3475466"/>
            <a:ext cx="2336400" cy="7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" name="Google Shape;84;p13"/>
          <p:cNvSpPr txBox="1"/>
          <p:nvPr>
            <p:ph hasCustomPrompt="1" idx="13" type="title"/>
          </p:nvPr>
        </p:nvSpPr>
        <p:spPr>
          <a:xfrm>
            <a:off x="720000" y="3012741"/>
            <a:ext cx="9234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/>
          <p:nvPr>
            <p:ph idx="14" type="subTitle"/>
          </p:nvPr>
        </p:nvSpPr>
        <p:spPr>
          <a:xfrm>
            <a:off x="720000" y="4115508"/>
            <a:ext cx="2336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5" type="title"/>
          </p:nvPr>
        </p:nvSpPr>
        <p:spPr>
          <a:xfrm>
            <a:off x="3403800" y="3475466"/>
            <a:ext cx="2336400" cy="7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7" name="Google Shape;87;p13"/>
          <p:cNvSpPr txBox="1"/>
          <p:nvPr>
            <p:ph hasCustomPrompt="1" idx="16" type="title"/>
          </p:nvPr>
        </p:nvSpPr>
        <p:spPr>
          <a:xfrm>
            <a:off x="3403800" y="3012741"/>
            <a:ext cx="9234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/>
          <p:nvPr>
            <p:ph idx="17" type="subTitle"/>
          </p:nvPr>
        </p:nvSpPr>
        <p:spPr>
          <a:xfrm>
            <a:off x="3403800" y="4115508"/>
            <a:ext cx="2336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8" type="title"/>
          </p:nvPr>
        </p:nvSpPr>
        <p:spPr>
          <a:xfrm>
            <a:off x="6087600" y="3475466"/>
            <a:ext cx="2336400" cy="7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0" name="Google Shape;90;p13"/>
          <p:cNvSpPr txBox="1"/>
          <p:nvPr>
            <p:ph hasCustomPrompt="1" idx="19" type="title"/>
          </p:nvPr>
        </p:nvSpPr>
        <p:spPr>
          <a:xfrm>
            <a:off x="6087600" y="3012741"/>
            <a:ext cx="9234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/>
          <p:nvPr>
            <p:ph idx="20" type="subTitle"/>
          </p:nvPr>
        </p:nvSpPr>
        <p:spPr>
          <a:xfrm>
            <a:off x="6087600" y="4115508"/>
            <a:ext cx="2336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" name="Google Shape;92;p13"/>
          <p:cNvSpPr txBox="1"/>
          <p:nvPr>
            <p:ph idx="21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0" y="1635000"/>
            <a:ext cx="4709100" cy="3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715100" y="698850"/>
            <a:ext cx="7713900" cy="374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"/>
          <p:cNvSpPr txBox="1"/>
          <p:nvPr>
            <p:ph type="title"/>
          </p:nvPr>
        </p:nvSpPr>
        <p:spPr>
          <a:xfrm>
            <a:off x="2290025" y="3240300"/>
            <a:ext cx="45639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7" name="Google Shape;97;p14"/>
          <p:cNvSpPr txBox="1"/>
          <p:nvPr>
            <p:ph idx="1" type="subTitle"/>
          </p:nvPr>
        </p:nvSpPr>
        <p:spPr>
          <a:xfrm>
            <a:off x="1458125" y="1416700"/>
            <a:ext cx="6227700" cy="174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3">
    <p:bg>
      <p:bgPr>
        <a:solidFill>
          <a:schemeClr val="accen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1039150" y="2190975"/>
            <a:ext cx="5106000" cy="14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0" name="Google Shape;100;p15"/>
          <p:cNvSpPr txBox="1"/>
          <p:nvPr>
            <p:ph hasCustomPrompt="1" idx="2" type="title"/>
          </p:nvPr>
        </p:nvSpPr>
        <p:spPr>
          <a:xfrm>
            <a:off x="1039142" y="1349167"/>
            <a:ext cx="1882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1" name="Google Shape;101;p15"/>
          <p:cNvSpPr txBox="1"/>
          <p:nvPr>
            <p:ph idx="1" type="subTitle"/>
          </p:nvPr>
        </p:nvSpPr>
        <p:spPr>
          <a:xfrm>
            <a:off x="1039150" y="3685050"/>
            <a:ext cx="51060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5"/>
          <p:cNvSpPr txBox="1"/>
          <p:nvPr/>
        </p:nvSpPr>
        <p:spPr>
          <a:xfrm rot="5400000">
            <a:off x="7451475" y="309900"/>
            <a:ext cx="17634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/(AI)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3_1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2739225" y="2190975"/>
            <a:ext cx="4944900" cy="14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5" name="Google Shape;105;p16"/>
          <p:cNvSpPr txBox="1"/>
          <p:nvPr>
            <p:ph hasCustomPrompt="1" idx="2" type="title"/>
          </p:nvPr>
        </p:nvSpPr>
        <p:spPr>
          <a:xfrm>
            <a:off x="2736775" y="1349167"/>
            <a:ext cx="1882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6" name="Google Shape;106;p16"/>
          <p:cNvSpPr txBox="1"/>
          <p:nvPr>
            <p:ph idx="1" type="subTitle"/>
          </p:nvPr>
        </p:nvSpPr>
        <p:spPr>
          <a:xfrm>
            <a:off x="2531017" y="3685058"/>
            <a:ext cx="53508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6"/>
          <p:cNvSpPr txBox="1"/>
          <p:nvPr/>
        </p:nvSpPr>
        <p:spPr>
          <a:xfrm>
            <a:off x="3601658" y="-576585"/>
            <a:ext cx="17634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/(AI)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08" name="Google Shape;108;p16"/>
          <p:cNvCxnSpPr/>
          <p:nvPr/>
        </p:nvCxnSpPr>
        <p:spPr>
          <a:xfrm rot="10800000">
            <a:off x="524900" y="-25"/>
            <a:ext cx="0" cy="3633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5">
    <p:bg>
      <p:bgPr>
        <a:solidFill>
          <a:schemeClr val="accen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2303742" y="2190967"/>
            <a:ext cx="4944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1" name="Google Shape;111;p17"/>
          <p:cNvSpPr txBox="1"/>
          <p:nvPr>
            <p:ph hasCustomPrompt="1" idx="2" type="title"/>
          </p:nvPr>
        </p:nvSpPr>
        <p:spPr>
          <a:xfrm>
            <a:off x="5365842" y="1349167"/>
            <a:ext cx="1882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2" name="Google Shape;112;p17"/>
          <p:cNvSpPr txBox="1"/>
          <p:nvPr>
            <p:ph idx="1" type="subTitle"/>
          </p:nvPr>
        </p:nvSpPr>
        <p:spPr>
          <a:xfrm>
            <a:off x="1897842" y="3055967"/>
            <a:ext cx="53508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/>
        </p:nvSpPr>
        <p:spPr>
          <a:xfrm rot="5400000">
            <a:off x="-433600" y="233700"/>
            <a:ext cx="17634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/(AI)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CUSTOM_6">
    <p:bg>
      <p:bgPr>
        <a:solidFill>
          <a:schemeClr val="accen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3172850" y="2190967"/>
            <a:ext cx="4944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6" name="Google Shape;116;p18"/>
          <p:cNvSpPr txBox="1"/>
          <p:nvPr>
            <p:ph hasCustomPrompt="1" idx="2" type="title"/>
          </p:nvPr>
        </p:nvSpPr>
        <p:spPr>
          <a:xfrm>
            <a:off x="4705742" y="1349167"/>
            <a:ext cx="1882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7" name="Google Shape;117;p18"/>
          <p:cNvSpPr txBox="1"/>
          <p:nvPr>
            <p:ph idx="1" type="subTitle"/>
          </p:nvPr>
        </p:nvSpPr>
        <p:spPr>
          <a:xfrm>
            <a:off x="2964642" y="3055967"/>
            <a:ext cx="53508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8"/>
          <p:cNvSpPr txBox="1"/>
          <p:nvPr/>
        </p:nvSpPr>
        <p:spPr>
          <a:xfrm>
            <a:off x="150900" y="4344717"/>
            <a:ext cx="17634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/(AI)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5">
  <p:cSld name="CUSTOM_7">
    <p:bg>
      <p:bgPr>
        <a:solidFill>
          <a:schemeClr val="accen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2106050" y="2190967"/>
            <a:ext cx="4944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1" name="Google Shape;121;p19"/>
          <p:cNvSpPr txBox="1"/>
          <p:nvPr>
            <p:ph hasCustomPrompt="1" idx="2" type="title"/>
          </p:nvPr>
        </p:nvSpPr>
        <p:spPr>
          <a:xfrm>
            <a:off x="3638942" y="1349167"/>
            <a:ext cx="1882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2" name="Google Shape;122;p19"/>
          <p:cNvSpPr txBox="1"/>
          <p:nvPr>
            <p:ph idx="1" type="subTitle"/>
          </p:nvPr>
        </p:nvSpPr>
        <p:spPr>
          <a:xfrm>
            <a:off x="1897842" y="3055967"/>
            <a:ext cx="53508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/>
        </p:nvSpPr>
        <p:spPr>
          <a:xfrm rot="5400000">
            <a:off x="-433600" y="233700"/>
            <a:ext cx="17634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/(AI)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24" name="Google Shape;124;p19"/>
          <p:cNvGrpSpPr/>
          <p:nvPr/>
        </p:nvGrpSpPr>
        <p:grpSpPr>
          <a:xfrm>
            <a:off x="4194039" y="4514332"/>
            <a:ext cx="772605" cy="196301"/>
            <a:chOff x="2641350" y="846250"/>
            <a:chExt cx="413600" cy="105075"/>
          </a:xfrm>
        </p:grpSpPr>
        <p:sp>
          <p:nvSpPr>
            <p:cNvPr id="125" name="Google Shape;125;p19"/>
            <p:cNvSpPr/>
            <p:nvPr/>
          </p:nvSpPr>
          <p:spPr>
            <a:xfrm>
              <a:off x="2991475" y="846250"/>
              <a:ext cx="63475" cy="105075"/>
            </a:xfrm>
            <a:custGeom>
              <a:rect b="b" l="l" r="r" t="t"/>
              <a:pathLst>
                <a:path extrusionOk="0" h="4203" w="2539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9"/>
            <p:cNvSpPr/>
            <p:nvPr/>
          </p:nvSpPr>
          <p:spPr>
            <a:xfrm>
              <a:off x="28747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9"/>
            <p:cNvSpPr/>
            <p:nvPr/>
          </p:nvSpPr>
          <p:spPr>
            <a:xfrm>
              <a:off x="27580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>
              <a:off x="2641350" y="846250"/>
              <a:ext cx="63975" cy="105075"/>
            </a:xfrm>
            <a:custGeom>
              <a:rect b="b" l="l" r="r" t="t"/>
              <a:pathLst>
                <a:path extrusionOk="0" h="4203" w="2559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">
  <p:cSld name="CUSTOM_2">
    <p:bg>
      <p:bgPr>
        <a:solidFill>
          <a:schemeClr val="dk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/>
        </p:nvSpPr>
        <p:spPr>
          <a:xfrm>
            <a:off x="11400" y="2656728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22675" y="3985092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11400" y="1328364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3" name="Google Shape;133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4" name="Google Shape;134;p20"/>
          <p:cNvSpPr/>
          <p:nvPr/>
        </p:nvSpPr>
        <p:spPr>
          <a:xfrm>
            <a:off x="873363" y="1168200"/>
            <a:ext cx="4661700" cy="344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0"/>
          <p:cNvSpPr/>
          <p:nvPr/>
        </p:nvSpPr>
        <p:spPr>
          <a:xfrm>
            <a:off x="5781538" y="1168200"/>
            <a:ext cx="2489100" cy="344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 2">
  <p:cSld name="CUSTOM_2_1">
    <p:bg>
      <p:bgPr>
        <a:solidFill>
          <a:schemeClr val="dk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11400" y="2656728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22675" y="3985092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11400" y="1328364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0" name="Google Shape;140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1" name="Google Shape;141;p21"/>
          <p:cNvSpPr/>
          <p:nvPr/>
        </p:nvSpPr>
        <p:spPr>
          <a:xfrm>
            <a:off x="712400" y="1168200"/>
            <a:ext cx="7716600" cy="344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2" name="Google Shape;142;p21"/>
          <p:cNvGrpSpPr/>
          <p:nvPr/>
        </p:nvGrpSpPr>
        <p:grpSpPr>
          <a:xfrm rot="10800000">
            <a:off x="-466752" y="434375"/>
            <a:ext cx="2159530" cy="548628"/>
            <a:chOff x="2641350" y="846250"/>
            <a:chExt cx="413600" cy="105075"/>
          </a:xfrm>
        </p:grpSpPr>
        <p:sp>
          <p:nvSpPr>
            <p:cNvPr id="143" name="Google Shape;143;p21"/>
            <p:cNvSpPr/>
            <p:nvPr/>
          </p:nvSpPr>
          <p:spPr>
            <a:xfrm>
              <a:off x="2991475" y="846250"/>
              <a:ext cx="63475" cy="105075"/>
            </a:xfrm>
            <a:custGeom>
              <a:rect b="b" l="l" r="r" t="t"/>
              <a:pathLst>
                <a:path extrusionOk="0" h="4203" w="2539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1"/>
            <p:cNvSpPr/>
            <p:nvPr/>
          </p:nvSpPr>
          <p:spPr>
            <a:xfrm>
              <a:off x="28747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1"/>
            <p:cNvSpPr/>
            <p:nvPr/>
          </p:nvSpPr>
          <p:spPr>
            <a:xfrm>
              <a:off x="27580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1"/>
            <p:cNvSpPr/>
            <p:nvPr/>
          </p:nvSpPr>
          <p:spPr>
            <a:xfrm>
              <a:off x="2641350" y="846250"/>
              <a:ext cx="63975" cy="105075"/>
            </a:xfrm>
            <a:custGeom>
              <a:rect b="b" l="l" r="r" t="t"/>
              <a:pathLst>
                <a:path extrusionOk="0" h="4203" w="2559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 3">
  <p:cSld name="CUSTOM_2_1_1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/>
        </p:nvSpPr>
        <p:spPr>
          <a:xfrm rot="5400000">
            <a:off x="-1536625" y="2730450"/>
            <a:ext cx="36825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/(AI)/(AI)/</a:t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7751741" y="0"/>
            <a:ext cx="23706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0" name="Google Shape;150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1" name="Google Shape;151;p22"/>
          <p:cNvSpPr/>
          <p:nvPr/>
        </p:nvSpPr>
        <p:spPr>
          <a:xfrm>
            <a:off x="4759000" y="1644550"/>
            <a:ext cx="3669900" cy="29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2"/>
          <p:cNvSpPr/>
          <p:nvPr/>
        </p:nvSpPr>
        <p:spPr>
          <a:xfrm>
            <a:off x="719492" y="1644550"/>
            <a:ext cx="3669900" cy="29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_1">
    <p:bg>
      <p:bgPr>
        <a:solidFill>
          <a:schemeClr val="dk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/>
        </p:nvSpPr>
        <p:spPr>
          <a:xfrm>
            <a:off x="11400" y="4030092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5" name="Google Shape;155;p23"/>
          <p:cNvSpPr/>
          <p:nvPr/>
        </p:nvSpPr>
        <p:spPr>
          <a:xfrm>
            <a:off x="601125" y="1017725"/>
            <a:ext cx="7962000" cy="374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>
                <a:solidFill>
                  <a:schemeClr val="accent2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bg>
      <p:bgPr>
        <a:solidFill>
          <a:schemeClr val="dk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/>
        </p:nvSpPr>
        <p:spPr>
          <a:xfrm rot="5400000">
            <a:off x="-1536625" y="2730450"/>
            <a:ext cx="36825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/(AI)/(AI)/</a:t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7751741" y="0"/>
            <a:ext cx="23706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1" name="Google Shape;161;p24"/>
          <p:cNvSpPr txBox="1"/>
          <p:nvPr>
            <p:ph idx="1" type="subTitle"/>
          </p:nvPr>
        </p:nvSpPr>
        <p:spPr>
          <a:xfrm>
            <a:off x="1181425" y="2857791"/>
            <a:ext cx="27522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idx="2" type="subTitle"/>
          </p:nvPr>
        </p:nvSpPr>
        <p:spPr>
          <a:xfrm>
            <a:off x="5220425" y="2857791"/>
            <a:ext cx="27522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3" type="subTitle"/>
          </p:nvPr>
        </p:nvSpPr>
        <p:spPr>
          <a:xfrm>
            <a:off x="1181425" y="3397034"/>
            <a:ext cx="2752200" cy="9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4"/>
          <p:cNvSpPr txBox="1"/>
          <p:nvPr>
            <p:ph idx="4" type="subTitle"/>
          </p:nvPr>
        </p:nvSpPr>
        <p:spPr>
          <a:xfrm>
            <a:off x="5220425" y="3397034"/>
            <a:ext cx="2752200" cy="9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/>
        </p:nvSpPr>
        <p:spPr>
          <a:xfrm rot="5400000">
            <a:off x="-571525" y="3695550"/>
            <a:ext cx="17523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</a:t>
            </a: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)</a:t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167" name="Google Shape;167;p25"/>
          <p:cNvSpPr txBox="1"/>
          <p:nvPr/>
        </p:nvSpPr>
        <p:spPr>
          <a:xfrm>
            <a:off x="7751741" y="0"/>
            <a:ext cx="23706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719509" y="1393266"/>
            <a:ext cx="7704000" cy="29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5"/>
          <p:cNvSpPr txBox="1"/>
          <p:nvPr>
            <p:ph type="title"/>
          </p:nvPr>
        </p:nvSpPr>
        <p:spPr>
          <a:xfrm>
            <a:off x="872400" y="2645013"/>
            <a:ext cx="23364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0" name="Google Shape;170;p25"/>
          <p:cNvSpPr txBox="1"/>
          <p:nvPr>
            <p:ph idx="1" type="subTitle"/>
          </p:nvPr>
        </p:nvSpPr>
        <p:spPr>
          <a:xfrm>
            <a:off x="872400" y="3094224"/>
            <a:ext cx="2336400" cy="9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5"/>
          <p:cNvSpPr txBox="1"/>
          <p:nvPr>
            <p:ph idx="2" type="title"/>
          </p:nvPr>
        </p:nvSpPr>
        <p:spPr>
          <a:xfrm>
            <a:off x="3403800" y="2645013"/>
            <a:ext cx="23364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2" name="Google Shape;172;p25"/>
          <p:cNvSpPr txBox="1"/>
          <p:nvPr>
            <p:ph idx="3" type="subTitle"/>
          </p:nvPr>
        </p:nvSpPr>
        <p:spPr>
          <a:xfrm>
            <a:off x="3403800" y="3094224"/>
            <a:ext cx="2336400" cy="9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5"/>
          <p:cNvSpPr txBox="1"/>
          <p:nvPr>
            <p:ph idx="4" type="title"/>
          </p:nvPr>
        </p:nvSpPr>
        <p:spPr>
          <a:xfrm>
            <a:off x="5935200" y="2645013"/>
            <a:ext cx="2336400" cy="4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4" name="Google Shape;174;p25"/>
          <p:cNvSpPr txBox="1"/>
          <p:nvPr>
            <p:ph idx="5" type="subTitle"/>
          </p:nvPr>
        </p:nvSpPr>
        <p:spPr>
          <a:xfrm>
            <a:off x="5935200" y="3094224"/>
            <a:ext cx="2336400" cy="9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5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/>
        </p:nvSpPr>
        <p:spPr>
          <a:xfrm>
            <a:off x="11400" y="4104528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11400" y="2776164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9" name="Google Shape;179;p26"/>
          <p:cNvSpPr txBox="1"/>
          <p:nvPr>
            <p:ph type="title"/>
          </p:nvPr>
        </p:nvSpPr>
        <p:spPr>
          <a:xfrm>
            <a:off x="722675" y="2160687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0" name="Google Shape;180;p26"/>
          <p:cNvSpPr txBox="1"/>
          <p:nvPr>
            <p:ph idx="1" type="subTitle"/>
          </p:nvPr>
        </p:nvSpPr>
        <p:spPr>
          <a:xfrm>
            <a:off x="722675" y="2781254"/>
            <a:ext cx="2336400" cy="63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1" name="Google Shape;181;p26"/>
          <p:cNvSpPr txBox="1"/>
          <p:nvPr>
            <p:ph idx="2" type="title"/>
          </p:nvPr>
        </p:nvSpPr>
        <p:spPr>
          <a:xfrm>
            <a:off x="3406475" y="2160687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2" name="Google Shape;182;p26"/>
          <p:cNvSpPr txBox="1"/>
          <p:nvPr>
            <p:ph idx="3" type="subTitle"/>
          </p:nvPr>
        </p:nvSpPr>
        <p:spPr>
          <a:xfrm>
            <a:off x="3406475" y="2781254"/>
            <a:ext cx="2336400" cy="63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3" name="Google Shape;183;p26"/>
          <p:cNvSpPr txBox="1"/>
          <p:nvPr>
            <p:ph idx="4" type="title"/>
          </p:nvPr>
        </p:nvSpPr>
        <p:spPr>
          <a:xfrm>
            <a:off x="6090275" y="2160687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4" name="Google Shape;184;p26"/>
          <p:cNvSpPr txBox="1"/>
          <p:nvPr>
            <p:ph idx="5" type="subTitle"/>
          </p:nvPr>
        </p:nvSpPr>
        <p:spPr>
          <a:xfrm>
            <a:off x="6090275" y="2781254"/>
            <a:ext cx="2336400" cy="63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5" name="Google Shape;185;p26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6" name="Google Shape;186;p26"/>
          <p:cNvSpPr txBox="1"/>
          <p:nvPr>
            <p:ph idx="7" type="title"/>
          </p:nvPr>
        </p:nvSpPr>
        <p:spPr>
          <a:xfrm>
            <a:off x="722675" y="3508938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7" name="Google Shape;187;p26"/>
          <p:cNvSpPr txBox="1"/>
          <p:nvPr>
            <p:ph idx="8" type="title"/>
          </p:nvPr>
        </p:nvSpPr>
        <p:spPr>
          <a:xfrm>
            <a:off x="3406475" y="3508938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8" name="Google Shape;188;p26"/>
          <p:cNvSpPr txBox="1"/>
          <p:nvPr>
            <p:ph idx="9" type="title"/>
          </p:nvPr>
        </p:nvSpPr>
        <p:spPr>
          <a:xfrm>
            <a:off x="6090275" y="3508938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4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/>
          <p:nvPr/>
        </p:nvSpPr>
        <p:spPr>
          <a:xfrm>
            <a:off x="4434900" y="1574750"/>
            <a:ext cx="4709100" cy="3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1" name="Google Shape;191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2" name="Google Shape;192;p27"/>
          <p:cNvSpPr txBox="1"/>
          <p:nvPr>
            <p:ph idx="2" type="title"/>
          </p:nvPr>
        </p:nvSpPr>
        <p:spPr>
          <a:xfrm>
            <a:off x="731342" y="2905242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3" name="Google Shape;193;p27"/>
          <p:cNvSpPr txBox="1"/>
          <p:nvPr>
            <p:ph idx="1" type="subTitle"/>
          </p:nvPr>
        </p:nvSpPr>
        <p:spPr>
          <a:xfrm>
            <a:off x="731342" y="3415567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7"/>
          <p:cNvSpPr txBox="1"/>
          <p:nvPr>
            <p:ph idx="3" type="title"/>
          </p:nvPr>
        </p:nvSpPr>
        <p:spPr>
          <a:xfrm>
            <a:off x="3430611" y="2905242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5" name="Google Shape;195;p27"/>
          <p:cNvSpPr txBox="1"/>
          <p:nvPr>
            <p:ph idx="4" type="subTitle"/>
          </p:nvPr>
        </p:nvSpPr>
        <p:spPr>
          <a:xfrm>
            <a:off x="3430611" y="3415567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27"/>
          <p:cNvSpPr txBox="1"/>
          <p:nvPr>
            <p:ph idx="5" type="title"/>
          </p:nvPr>
        </p:nvSpPr>
        <p:spPr>
          <a:xfrm>
            <a:off x="6129887" y="2905242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7" name="Google Shape;197;p27"/>
          <p:cNvSpPr txBox="1"/>
          <p:nvPr>
            <p:ph idx="6" type="subTitle"/>
          </p:nvPr>
        </p:nvSpPr>
        <p:spPr>
          <a:xfrm>
            <a:off x="6129887" y="3415567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4_1">
    <p:bg>
      <p:bgPr>
        <a:solidFill>
          <a:schemeClr val="dk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/>
        </p:nvSpPr>
        <p:spPr>
          <a:xfrm rot="5400000">
            <a:off x="-1536625" y="2730450"/>
            <a:ext cx="36825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/(AI)/(AI)/</a:t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200" name="Google Shape;200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1" name="Google Shape;201;p28"/>
          <p:cNvSpPr txBox="1"/>
          <p:nvPr>
            <p:ph idx="2" type="title"/>
          </p:nvPr>
        </p:nvSpPr>
        <p:spPr>
          <a:xfrm>
            <a:off x="731342" y="3034959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2" name="Google Shape;202;p28"/>
          <p:cNvSpPr txBox="1"/>
          <p:nvPr>
            <p:ph idx="1" type="subTitle"/>
          </p:nvPr>
        </p:nvSpPr>
        <p:spPr>
          <a:xfrm>
            <a:off x="731342" y="3545284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8"/>
          <p:cNvSpPr txBox="1"/>
          <p:nvPr>
            <p:ph idx="3" type="title"/>
          </p:nvPr>
        </p:nvSpPr>
        <p:spPr>
          <a:xfrm>
            <a:off x="3430611" y="3034959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4" name="Google Shape;204;p28"/>
          <p:cNvSpPr txBox="1"/>
          <p:nvPr>
            <p:ph idx="4" type="subTitle"/>
          </p:nvPr>
        </p:nvSpPr>
        <p:spPr>
          <a:xfrm>
            <a:off x="3430611" y="3545284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8"/>
          <p:cNvSpPr txBox="1"/>
          <p:nvPr>
            <p:ph idx="5" type="title"/>
          </p:nvPr>
        </p:nvSpPr>
        <p:spPr>
          <a:xfrm>
            <a:off x="6129887" y="3034959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6" name="Google Shape;206;p28"/>
          <p:cNvSpPr txBox="1"/>
          <p:nvPr>
            <p:ph idx="6" type="subTitle"/>
          </p:nvPr>
        </p:nvSpPr>
        <p:spPr>
          <a:xfrm>
            <a:off x="6129887" y="3545284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bg>
      <p:bgPr>
        <a:solidFill>
          <a:schemeClr val="dk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 txBox="1"/>
          <p:nvPr/>
        </p:nvSpPr>
        <p:spPr>
          <a:xfrm>
            <a:off x="11400" y="2656728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9" name="Google Shape;209;p29"/>
          <p:cNvSpPr txBox="1"/>
          <p:nvPr/>
        </p:nvSpPr>
        <p:spPr>
          <a:xfrm>
            <a:off x="22675" y="3985092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0" name="Google Shape;210;p29"/>
          <p:cNvSpPr txBox="1"/>
          <p:nvPr/>
        </p:nvSpPr>
        <p:spPr>
          <a:xfrm>
            <a:off x="11400" y="1328364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1" name="Google Shape;211;p29"/>
          <p:cNvSpPr/>
          <p:nvPr/>
        </p:nvSpPr>
        <p:spPr>
          <a:xfrm>
            <a:off x="712400" y="1168200"/>
            <a:ext cx="7716600" cy="344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9"/>
          <p:cNvSpPr txBox="1"/>
          <p:nvPr>
            <p:ph type="title"/>
          </p:nvPr>
        </p:nvSpPr>
        <p:spPr>
          <a:xfrm>
            <a:off x="1195863" y="1454250"/>
            <a:ext cx="2867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3" name="Google Shape;213;p29"/>
          <p:cNvSpPr txBox="1"/>
          <p:nvPr>
            <p:ph idx="1" type="subTitle"/>
          </p:nvPr>
        </p:nvSpPr>
        <p:spPr>
          <a:xfrm>
            <a:off x="1195863" y="2040775"/>
            <a:ext cx="2867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9"/>
          <p:cNvSpPr txBox="1"/>
          <p:nvPr>
            <p:ph idx="2" type="title"/>
          </p:nvPr>
        </p:nvSpPr>
        <p:spPr>
          <a:xfrm>
            <a:off x="5081043" y="1454250"/>
            <a:ext cx="2867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5" name="Google Shape;215;p29"/>
          <p:cNvSpPr txBox="1"/>
          <p:nvPr>
            <p:ph idx="3" type="subTitle"/>
          </p:nvPr>
        </p:nvSpPr>
        <p:spPr>
          <a:xfrm>
            <a:off x="5081043" y="2040775"/>
            <a:ext cx="2867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9"/>
          <p:cNvSpPr txBox="1"/>
          <p:nvPr>
            <p:ph idx="4" type="title"/>
          </p:nvPr>
        </p:nvSpPr>
        <p:spPr>
          <a:xfrm>
            <a:off x="1195863" y="3268650"/>
            <a:ext cx="2867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7" name="Google Shape;217;p29"/>
          <p:cNvSpPr txBox="1"/>
          <p:nvPr>
            <p:ph idx="5" type="subTitle"/>
          </p:nvPr>
        </p:nvSpPr>
        <p:spPr>
          <a:xfrm>
            <a:off x="1195863" y="3855175"/>
            <a:ext cx="2867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29"/>
          <p:cNvSpPr txBox="1"/>
          <p:nvPr>
            <p:ph idx="6" type="title"/>
          </p:nvPr>
        </p:nvSpPr>
        <p:spPr>
          <a:xfrm>
            <a:off x="5081043" y="3268650"/>
            <a:ext cx="2867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9" name="Google Shape;219;p29"/>
          <p:cNvSpPr txBox="1"/>
          <p:nvPr>
            <p:ph idx="7" type="subTitle"/>
          </p:nvPr>
        </p:nvSpPr>
        <p:spPr>
          <a:xfrm>
            <a:off x="5081043" y="3855175"/>
            <a:ext cx="2867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9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bg>
      <p:bgPr>
        <a:solidFill>
          <a:schemeClr val="dk1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/>
          <p:nvPr/>
        </p:nvSpPr>
        <p:spPr>
          <a:xfrm rot="5400000">
            <a:off x="-1274000" y="2227883"/>
            <a:ext cx="36825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/(AI)/(AI)/</a:t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223" name="Google Shape;223;p30"/>
          <p:cNvSpPr txBox="1"/>
          <p:nvPr/>
        </p:nvSpPr>
        <p:spPr>
          <a:xfrm rot="5400000">
            <a:off x="6769175" y="2380283"/>
            <a:ext cx="36825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/(AI)/(AI)/</a:t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224" name="Google Shape;224;p30"/>
          <p:cNvSpPr txBox="1"/>
          <p:nvPr>
            <p:ph type="title"/>
          </p:nvPr>
        </p:nvSpPr>
        <p:spPr>
          <a:xfrm>
            <a:off x="720000" y="1835250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5" name="Google Shape;225;p30"/>
          <p:cNvSpPr txBox="1"/>
          <p:nvPr>
            <p:ph idx="1" type="subTitle"/>
          </p:nvPr>
        </p:nvSpPr>
        <p:spPr>
          <a:xfrm>
            <a:off x="720000" y="234557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0"/>
          <p:cNvSpPr txBox="1"/>
          <p:nvPr>
            <p:ph idx="2" type="title"/>
          </p:nvPr>
        </p:nvSpPr>
        <p:spPr>
          <a:xfrm>
            <a:off x="3419269" y="1835250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7" name="Google Shape;227;p30"/>
          <p:cNvSpPr txBox="1"/>
          <p:nvPr>
            <p:ph idx="3" type="subTitle"/>
          </p:nvPr>
        </p:nvSpPr>
        <p:spPr>
          <a:xfrm>
            <a:off x="3419269" y="234557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0"/>
          <p:cNvSpPr txBox="1"/>
          <p:nvPr>
            <p:ph idx="4" type="title"/>
          </p:nvPr>
        </p:nvSpPr>
        <p:spPr>
          <a:xfrm>
            <a:off x="720000" y="3618817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9" name="Google Shape;229;p30"/>
          <p:cNvSpPr txBox="1"/>
          <p:nvPr>
            <p:ph idx="5" type="subTitle"/>
          </p:nvPr>
        </p:nvSpPr>
        <p:spPr>
          <a:xfrm>
            <a:off x="720000" y="4129142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0"/>
          <p:cNvSpPr txBox="1"/>
          <p:nvPr>
            <p:ph idx="6" type="title"/>
          </p:nvPr>
        </p:nvSpPr>
        <p:spPr>
          <a:xfrm>
            <a:off x="3419269" y="3618817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1" name="Google Shape;231;p30"/>
          <p:cNvSpPr txBox="1"/>
          <p:nvPr>
            <p:ph idx="7" type="subTitle"/>
          </p:nvPr>
        </p:nvSpPr>
        <p:spPr>
          <a:xfrm>
            <a:off x="3419269" y="4129142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0"/>
          <p:cNvSpPr txBox="1"/>
          <p:nvPr>
            <p:ph idx="8" type="title"/>
          </p:nvPr>
        </p:nvSpPr>
        <p:spPr>
          <a:xfrm>
            <a:off x="6118545" y="1835250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3" name="Google Shape;233;p30"/>
          <p:cNvSpPr txBox="1"/>
          <p:nvPr>
            <p:ph idx="9" type="subTitle"/>
          </p:nvPr>
        </p:nvSpPr>
        <p:spPr>
          <a:xfrm>
            <a:off x="6118545" y="234557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30"/>
          <p:cNvSpPr txBox="1"/>
          <p:nvPr>
            <p:ph idx="13" type="title"/>
          </p:nvPr>
        </p:nvSpPr>
        <p:spPr>
          <a:xfrm>
            <a:off x="6118545" y="3618817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5" name="Google Shape;235;p30"/>
          <p:cNvSpPr txBox="1"/>
          <p:nvPr>
            <p:ph idx="14" type="subTitle"/>
          </p:nvPr>
        </p:nvSpPr>
        <p:spPr>
          <a:xfrm>
            <a:off x="6118545" y="4129142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30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bg>
      <p:bgPr>
        <a:solidFill>
          <a:schemeClr val="dk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/>
        </p:nvSpPr>
        <p:spPr>
          <a:xfrm rot="5400000">
            <a:off x="-571525" y="3695550"/>
            <a:ext cx="17523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</a:t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239" name="Google Shape;239;p31"/>
          <p:cNvSpPr txBox="1"/>
          <p:nvPr/>
        </p:nvSpPr>
        <p:spPr>
          <a:xfrm>
            <a:off x="7751741" y="0"/>
            <a:ext cx="23706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0" name="Google Shape;240;p31"/>
          <p:cNvSpPr/>
          <p:nvPr/>
        </p:nvSpPr>
        <p:spPr>
          <a:xfrm>
            <a:off x="719509" y="1393266"/>
            <a:ext cx="7704000" cy="29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1"/>
          <p:cNvSpPr txBox="1"/>
          <p:nvPr>
            <p:ph hasCustomPrompt="1" type="title"/>
          </p:nvPr>
        </p:nvSpPr>
        <p:spPr>
          <a:xfrm>
            <a:off x="1205424" y="3396700"/>
            <a:ext cx="1813200" cy="65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242" name="Google Shape;242;p31"/>
          <p:cNvSpPr txBox="1"/>
          <p:nvPr>
            <p:ph hasCustomPrompt="1" idx="2" type="title"/>
          </p:nvPr>
        </p:nvSpPr>
        <p:spPr>
          <a:xfrm>
            <a:off x="3658409" y="3396700"/>
            <a:ext cx="1815900" cy="65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243" name="Google Shape;243;p31"/>
          <p:cNvSpPr txBox="1"/>
          <p:nvPr>
            <p:ph hasCustomPrompt="1" idx="3" type="title"/>
          </p:nvPr>
        </p:nvSpPr>
        <p:spPr>
          <a:xfrm>
            <a:off x="6120687" y="3396704"/>
            <a:ext cx="1828800" cy="65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244" name="Google Shape;244;p31"/>
          <p:cNvSpPr txBox="1"/>
          <p:nvPr>
            <p:ph idx="4" type="title"/>
          </p:nvPr>
        </p:nvSpPr>
        <p:spPr>
          <a:xfrm>
            <a:off x="1204084" y="2368650"/>
            <a:ext cx="18159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5" name="Google Shape;245;p31"/>
          <p:cNvSpPr txBox="1"/>
          <p:nvPr>
            <p:ph idx="1" type="subTitle"/>
          </p:nvPr>
        </p:nvSpPr>
        <p:spPr>
          <a:xfrm>
            <a:off x="1204084" y="2878975"/>
            <a:ext cx="18159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31"/>
          <p:cNvSpPr txBox="1"/>
          <p:nvPr>
            <p:ph idx="5" type="title"/>
          </p:nvPr>
        </p:nvSpPr>
        <p:spPr>
          <a:xfrm>
            <a:off x="3658409" y="2368650"/>
            <a:ext cx="1815900" cy="5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7" name="Google Shape;247;p31"/>
          <p:cNvSpPr txBox="1"/>
          <p:nvPr>
            <p:ph idx="6" type="subTitle"/>
          </p:nvPr>
        </p:nvSpPr>
        <p:spPr>
          <a:xfrm>
            <a:off x="3658409" y="2875724"/>
            <a:ext cx="1815900" cy="4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31"/>
          <p:cNvSpPr txBox="1"/>
          <p:nvPr>
            <p:ph idx="7" type="title"/>
          </p:nvPr>
        </p:nvSpPr>
        <p:spPr>
          <a:xfrm>
            <a:off x="6120687" y="2368650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9" name="Google Shape;249;p31"/>
          <p:cNvSpPr txBox="1"/>
          <p:nvPr>
            <p:ph idx="8" type="subTitle"/>
          </p:nvPr>
        </p:nvSpPr>
        <p:spPr>
          <a:xfrm>
            <a:off x="6120687" y="2878975"/>
            <a:ext cx="18288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1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bg>
      <p:bgPr>
        <a:solidFill>
          <a:schemeClr val="dk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 txBox="1"/>
          <p:nvPr/>
        </p:nvSpPr>
        <p:spPr>
          <a:xfrm rot="5400000">
            <a:off x="-1536625" y="2730450"/>
            <a:ext cx="36825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/(AI)/(AI)/</a:t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253" name="Google Shape;253;p32"/>
          <p:cNvSpPr txBox="1"/>
          <p:nvPr/>
        </p:nvSpPr>
        <p:spPr>
          <a:xfrm>
            <a:off x="7751741" y="0"/>
            <a:ext cx="23706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4" name="Google Shape;254;p32"/>
          <p:cNvSpPr/>
          <p:nvPr/>
        </p:nvSpPr>
        <p:spPr>
          <a:xfrm>
            <a:off x="1958925" y="535000"/>
            <a:ext cx="5239800" cy="4073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2"/>
          <p:cNvSpPr txBox="1"/>
          <p:nvPr>
            <p:ph type="ctrTitle"/>
          </p:nvPr>
        </p:nvSpPr>
        <p:spPr>
          <a:xfrm>
            <a:off x="2429950" y="723341"/>
            <a:ext cx="4284000" cy="99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91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6" name="Google Shape;256;p32"/>
          <p:cNvSpPr txBox="1"/>
          <p:nvPr>
            <p:ph idx="1" type="subTitle"/>
          </p:nvPr>
        </p:nvSpPr>
        <p:spPr>
          <a:xfrm>
            <a:off x="2687700" y="2227616"/>
            <a:ext cx="3778800" cy="127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7" name="Google Shape;257;p32"/>
          <p:cNvSpPr txBox="1"/>
          <p:nvPr/>
        </p:nvSpPr>
        <p:spPr>
          <a:xfrm>
            <a:off x="2359091" y="3530100"/>
            <a:ext cx="44346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CREDITS: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including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bg>
      <p:bgPr>
        <a:solidFill>
          <a:schemeClr val="dk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33"/>
          <p:cNvGrpSpPr/>
          <p:nvPr/>
        </p:nvGrpSpPr>
        <p:grpSpPr>
          <a:xfrm>
            <a:off x="-457433" y="534990"/>
            <a:ext cx="2192659" cy="557097"/>
            <a:chOff x="2641350" y="846250"/>
            <a:chExt cx="413600" cy="105075"/>
          </a:xfrm>
        </p:grpSpPr>
        <p:sp>
          <p:nvSpPr>
            <p:cNvPr id="260" name="Google Shape;260;p33"/>
            <p:cNvSpPr/>
            <p:nvPr/>
          </p:nvSpPr>
          <p:spPr>
            <a:xfrm>
              <a:off x="2991475" y="846250"/>
              <a:ext cx="63475" cy="105075"/>
            </a:xfrm>
            <a:custGeom>
              <a:rect b="b" l="l" r="r" t="t"/>
              <a:pathLst>
                <a:path extrusionOk="0" h="4203" w="2539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3"/>
            <p:cNvSpPr/>
            <p:nvPr/>
          </p:nvSpPr>
          <p:spPr>
            <a:xfrm>
              <a:off x="28747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3"/>
            <p:cNvSpPr/>
            <p:nvPr/>
          </p:nvSpPr>
          <p:spPr>
            <a:xfrm>
              <a:off x="27580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33"/>
            <p:cNvSpPr/>
            <p:nvPr/>
          </p:nvSpPr>
          <p:spPr>
            <a:xfrm>
              <a:off x="2641350" y="846250"/>
              <a:ext cx="63975" cy="105075"/>
            </a:xfrm>
            <a:custGeom>
              <a:rect b="b" l="l" r="r" t="t"/>
              <a:pathLst>
                <a:path extrusionOk="0" h="4203" w="2559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4" name="Google Shape;264;p33"/>
          <p:cNvGrpSpPr/>
          <p:nvPr/>
        </p:nvGrpSpPr>
        <p:grpSpPr>
          <a:xfrm>
            <a:off x="2881200" y="4514854"/>
            <a:ext cx="3397850" cy="187275"/>
            <a:chOff x="-3237675" y="-1132050"/>
            <a:chExt cx="3397850" cy="187275"/>
          </a:xfrm>
        </p:grpSpPr>
        <p:sp>
          <p:nvSpPr>
            <p:cNvPr id="265" name="Google Shape;265;p33"/>
            <p:cNvSpPr/>
            <p:nvPr/>
          </p:nvSpPr>
          <p:spPr>
            <a:xfrm>
              <a:off x="-378750" y="-1132050"/>
              <a:ext cx="130425" cy="187275"/>
            </a:xfrm>
            <a:custGeom>
              <a:rect b="b" l="l" r="r" t="t"/>
              <a:pathLst>
                <a:path extrusionOk="0" h="7491" w="5217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33"/>
            <p:cNvSpPr/>
            <p:nvPr/>
          </p:nvSpPr>
          <p:spPr>
            <a:xfrm>
              <a:off x="29725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3"/>
            <p:cNvSpPr/>
            <p:nvPr/>
          </p:nvSpPr>
          <p:spPr>
            <a:xfrm>
              <a:off x="-787250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33"/>
            <p:cNvSpPr/>
            <p:nvPr/>
          </p:nvSpPr>
          <p:spPr>
            <a:xfrm>
              <a:off x="-1195725" y="-1132050"/>
              <a:ext cx="130425" cy="187275"/>
            </a:xfrm>
            <a:custGeom>
              <a:rect b="b" l="l" r="r" t="t"/>
              <a:pathLst>
                <a:path extrusionOk="0" h="7491" w="5217">
                  <a:moveTo>
                    <a:pt x="406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3"/>
            <p:cNvSpPr/>
            <p:nvPr/>
          </p:nvSpPr>
          <p:spPr>
            <a:xfrm>
              <a:off x="-1604225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6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3"/>
            <p:cNvSpPr/>
            <p:nvPr/>
          </p:nvSpPr>
          <p:spPr>
            <a:xfrm>
              <a:off x="-2012725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60" y="0"/>
                  </a:moveTo>
                  <a:lnTo>
                    <a:pt x="1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33"/>
            <p:cNvSpPr/>
            <p:nvPr/>
          </p:nvSpPr>
          <p:spPr>
            <a:xfrm>
              <a:off x="-2421200" y="-1132050"/>
              <a:ext cx="130425" cy="187275"/>
            </a:xfrm>
            <a:custGeom>
              <a:rect b="b" l="l" r="r" t="t"/>
              <a:pathLst>
                <a:path extrusionOk="0" h="7491" w="5217">
                  <a:moveTo>
                    <a:pt x="4060" y="0"/>
                  </a:moveTo>
                  <a:lnTo>
                    <a:pt x="0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33"/>
            <p:cNvSpPr/>
            <p:nvPr/>
          </p:nvSpPr>
          <p:spPr>
            <a:xfrm>
              <a:off x="-2829175" y="-1132050"/>
              <a:ext cx="129925" cy="187275"/>
            </a:xfrm>
            <a:custGeom>
              <a:rect b="b" l="l" r="r" t="t"/>
              <a:pathLst>
                <a:path extrusionOk="0" h="7491" w="5197">
                  <a:moveTo>
                    <a:pt x="4039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6" y="690"/>
                  </a:lnTo>
                  <a:lnTo>
                    <a:pt x="40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33"/>
            <p:cNvSpPr/>
            <p:nvPr/>
          </p:nvSpPr>
          <p:spPr>
            <a:xfrm>
              <a:off x="-3237675" y="-1132050"/>
              <a:ext cx="129925" cy="187275"/>
            </a:xfrm>
            <a:custGeom>
              <a:rect b="b" l="l" r="r" t="t"/>
              <a:pathLst>
                <a:path extrusionOk="0" h="7491" w="5197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4" name="Google Shape;274;p33"/>
          <p:cNvSpPr txBox="1"/>
          <p:nvPr/>
        </p:nvSpPr>
        <p:spPr>
          <a:xfrm>
            <a:off x="7751741" y="0"/>
            <a:ext cx="23706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bg>
      <p:bgPr>
        <a:solidFill>
          <a:schemeClr val="accen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/>
          <p:nvPr/>
        </p:nvSpPr>
        <p:spPr>
          <a:xfrm>
            <a:off x="11400" y="2656728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7" name="Google Shape;277;p34"/>
          <p:cNvSpPr txBox="1"/>
          <p:nvPr/>
        </p:nvSpPr>
        <p:spPr>
          <a:xfrm>
            <a:off x="22675" y="3985092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8" name="Google Shape;278;p34"/>
          <p:cNvSpPr txBox="1"/>
          <p:nvPr/>
        </p:nvSpPr>
        <p:spPr>
          <a:xfrm>
            <a:off x="11400" y="1328364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9" name="Google Shape;279;p34"/>
          <p:cNvSpPr/>
          <p:nvPr/>
        </p:nvSpPr>
        <p:spPr>
          <a:xfrm>
            <a:off x="708150" y="535050"/>
            <a:ext cx="7720800" cy="407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0" name="Google Shape;280;p34"/>
          <p:cNvGrpSpPr/>
          <p:nvPr/>
        </p:nvGrpSpPr>
        <p:grpSpPr>
          <a:xfrm>
            <a:off x="419564" y="436857"/>
            <a:ext cx="772605" cy="196301"/>
            <a:chOff x="2641350" y="846250"/>
            <a:chExt cx="413600" cy="105075"/>
          </a:xfrm>
        </p:grpSpPr>
        <p:sp>
          <p:nvSpPr>
            <p:cNvPr id="281" name="Google Shape;281;p34"/>
            <p:cNvSpPr/>
            <p:nvPr/>
          </p:nvSpPr>
          <p:spPr>
            <a:xfrm>
              <a:off x="2991475" y="846250"/>
              <a:ext cx="63475" cy="105075"/>
            </a:xfrm>
            <a:custGeom>
              <a:rect b="b" l="l" r="r" t="t"/>
              <a:pathLst>
                <a:path extrusionOk="0" h="4203" w="2539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34"/>
            <p:cNvSpPr/>
            <p:nvPr/>
          </p:nvSpPr>
          <p:spPr>
            <a:xfrm>
              <a:off x="28747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4"/>
            <p:cNvSpPr/>
            <p:nvPr/>
          </p:nvSpPr>
          <p:spPr>
            <a:xfrm>
              <a:off x="27580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34"/>
            <p:cNvSpPr/>
            <p:nvPr/>
          </p:nvSpPr>
          <p:spPr>
            <a:xfrm>
              <a:off x="2641350" y="846250"/>
              <a:ext cx="63975" cy="105075"/>
            </a:xfrm>
            <a:custGeom>
              <a:rect b="b" l="l" r="r" t="t"/>
              <a:pathLst>
                <a:path extrusionOk="0" h="4203" w="2559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5" name="Google Shape;285;p34"/>
          <p:cNvGrpSpPr/>
          <p:nvPr/>
        </p:nvGrpSpPr>
        <p:grpSpPr>
          <a:xfrm>
            <a:off x="7959731" y="436857"/>
            <a:ext cx="772605" cy="196301"/>
            <a:chOff x="2641350" y="846250"/>
            <a:chExt cx="413600" cy="105075"/>
          </a:xfrm>
        </p:grpSpPr>
        <p:sp>
          <p:nvSpPr>
            <p:cNvPr id="286" name="Google Shape;286;p34"/>
            <p:cNvSpPr/>
            <p:nvPr/>
          </p:nvSpPr>
          <p:spPr>
            <a:xfrm>
              <a:off x="2991475" y="846250"/>
              <a:ext cx="63475" cy="105075"/>
            </a:xfrm>
            <a:custGeom>
              <a:rect b="b" l="l" r="r" t="t"/>
              <a:pathLst>
                <a:path extrusionOk="0" h="4203" w="2539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34"/>
            <p:cNvSpPr/>
            <p:nvPr/>
          </p:nvSpPr>
          <p:spPr>
            <a:xfrm>
              <a:off x="28747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34"/>
            <p:cNvSpPr/>
            <p:nvPr/>
          </p:nvSpPr>
          <p:spPr>
            <a:xfrm>
              <a:off x="27580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34"/>
            <p:cNvSpPr/>
            <p:nvPr/>
          </p:nvSpPr>
          <p:spPr>
            <a:xfrm>
              <a:off x="2641350" y="846250"/>
              <a:ext cx="63975" cy="105075"/>
            </a:xfrm>
            <a:custGeom>
              <a:rect b="b" l="l" r="r" t="t"/>
              <a:pathLst>
                <a:path extrusionOk="0" h="4203" w="2559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Bebas Neue"/>
              <a:buNone/>
              <a:defRPr sz="3500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●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○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■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●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○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■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●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○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■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/>
          <p:nvPr/>
        </p:nvSpPr>
        <p:spPr>
          <a:xfrm>
            <a:off x="122425" y="755100"/>
            <a:ext cx="1813800" cy="363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295" name="Google Shape;295;p35"/>
          <p:cNvCxnSpPr/>
          <p:nvPr/>
        </p:nvCxnSpPr>
        <p:spPr>
          <a:xfrm>
            <a:off x="131625" y="1225775"/>
            <a:ext cx="18141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35"/>
          <p:cNvSpPr txBox="1"/>
          <p:nvPr/>
        </p:nvSpPr>
        <p:spPr>
          <a:xfrm>
            <a:off x="560700" y="755100"/>
            <a:ext cx="128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TC-20980</a:t>
            </a:r>
            <a:br>
              <a:rPr b="1" lang="en" sz="10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" sz="10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VIP</a:t>
            </a:r>
            <a:endParaRPr b="1" sz="10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97" name="Google Shape;297;p35"/>
          <p:cNvGrpSpPr/>
          <p:nvPr/>
        </p:nvGrpSpPr>
        <p:grpSpPr>
          <a:xfrm>
            <a:off x="388987" y="820860"/>
            <a:ext cx="315503" cy="361090"/>
            <a:chOff x="-51708850" y="2305750"/>
            <a:chExt cx="278050" cy="318225"/>
          </a:xfrm>
        </p:grpSpPr>
        <p:sp>
          <p:nvSpPr>
            <p:cNvPr id="298" name="Google Shape;298;p35"/>
            <p:cNvSpPr/>
            <p:nvPr/>
          </p:nvSpPr>
          <p:spPr>
            <a:xfrm>
              <a:off x="-51617475" y="2455400"/>
              <a:ext cx="18125" cy="18150"/>
            </a:xfrm>
            <a:custGeom>
              <a:rect b="b" l="l" r="r" t="t"/>
              <a:pathLst>
                <a:path extrusionOk="0" h="726" w="725">
                  <a:moveTo>
                    <a:pt x="378" y="1"/>
                  </a:moveTo>
                  <a:cubicBezTo>
                    <a:pt x="189" y="1"/>
                    <a:pt x="0" y="158"/>
                    <a:pt x="0" y="347"/>
                  </a:cubicBezTo>
                  <a:cubicBezTo>
                    <a:pt x="0" y="536"/>
                    <a:pt x="189" y="725"/>
                    <a:pt x="378" y="725"/>
                  </a:cubicBezTo>
                  <a:cubicBezTo>
                    <a:pt x="568" y="725"/>
                    <a:pt x="725" y="536"/>
                    <a:pt x="725" y="347"/>
                  </a:cubicBezTo>
                  <a:cubicBezTo>
                    <a:pt x="725" y="158"/>
                    <a:pt x="568" y="1"/>
                    <a:pt x="3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5"/>
            <p:cNvSpPr/>
            <p:nvPr/>
          </p:nvSpPr>
          <p:spPr>
            <a:xfrm>
              <a:off x="-51541875" y="2455400"/>
              <a:ext cx="17350" cy="18150"/>
            </a:xfrm>
            <a:custGeom>
              <a:rect b="b" l="l" r="r" t="t"/>
              <a:pathLst>
                <a:path extrusionOk="0" h="726" w="694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725"/>
                    <a:pt x="347" y="725"/>
                  </a:cubicBezTo>
                  <a:cubicBezTo>
                    <a:pt x="536" y="725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5"/>
            <p:cNvSpPr/>
            <p:nvPr/>
          </p:nvSpPr>
          <p:spPr>
            <a:xfrm>
              <a:off x="-51708850" y="2305750"/>
              <a:ext cx="278050" cy="318225"/>
            </a:xfrm>
            <a:custGeom>
              <a:rect b="b" l="l" r="r" t="t"/>
              <a:pathLst>
                <a:path extrusionOk="0" h="12729" w="11122">
                  <a:moveTo>
                    <a:pt x="1765" y="725"/>
                  </a:moveTo>
                  <a:cubicBezTo>
                    <a:pt x="1986" y="725"/>
                    <a:pt x="2143" y="883"/>
                    <a:pt x="2143" y="1072"/>
                  </a:cubicBezTo>
                  <a:cubicBezTo>
                    <a:pt x="2143" y="1261"/>
                    <a:pt x="1986" y="1419"/>
                    <a:pt x="1765" y="1419"/>
                  </a:cubicBezTo>
                  <a:cubicBezTo>
                    <a:pt x="1576" y="1419"/>
                    <a:pt x="1419" y="1261"/>
                    <a:pt x="1419" y="1072"/>
                  </a:cubicBezTo>
                  <a:cubicBezTo>
                    <a:pt x="1419" y="915"/>
                    <a:pt x="1576" y="725"/>
                    <a:pt x="1765" y="725"/>
                  </a:cubicBezTo>
                  <a:close/>
                  <a:moveTo>
                    <a:pt x="5514" y="725"/>
                  </a:moveTo>
                  <a:cubicBezTo>
                    <a:pt x="5703" y="725"/>
                    <a:pt x="5861" y="883"/>
                    <a:pt x="5861" y="1072"/>
                  </a:cubicBezTo>
                  <a:cubicBezTo>
                    <a:pt x="5861" y="1261"/>
                    <a:pt x="5703" y="1419"/>
                    <a:pt x="5514" y="1419"/>
                  </a:cubicBezTo>
                  <a:cubicBezTo>
                    <a:pt x="5325" y="1419"/>
                    <a:pt x="5168" y="1261"/>
                    <a:pt x="5168" y="1072"/>
                  </a:cubicBezTo>
                  <a:cubicBezTo>
                    <a:pt x="5136" y="915"/>
                    <a:pt x="5294" y="725"/>
                    <a:pt x="5514" y="725"/>
                  </a:cubicBezTo>
                  <a:close/>
                  <a:moveTo>
                    <a:pt x="9232" y="725"/>
                  </a:moveTo>
                  <a:cubicBezTo>
                    <a:pt x="9421" y="725"/>
                    <a:pt x="9578" y="883"/>
                    <a:pt x="9578" y="1072"/>
                  </a:cubicBezTo>
                  <a:cubicBezTo>
                    <a:pt x="9578" y="1261"/>
                    <a:pt x="9421" y="1419"/>
                    <a:pt x="9232" y="1419"/>
                  </a:cubicBezTo>
                  <a:cubicBezTo>
                    <a:pt x="9011" y="1419"/>
                    <a:pt x="8885" y="1261"/>
                    <a:pt x="8885" y="1072"/>
                  </a:cubicBezTo>
                  <a:cubicBezTo>
                    <a:pt x="8854" y="915"/>
                    <a:pt x="9011" y="725"/>
                    <a:pt x="9232" y="725"/>
                  </a:cubicBezTo>
                  <a:close/>
                  <a:moveTo>
                    <a:pt x="5483" y="3277"/>
                  </a:moveTo>
                  <a:lnTo>
                    <a:pt x="5987" y="3781"/>
                  </a:lnTo>
                  <a:lnTo>
                    <a:pt x="5483" y="4286"/>
                  </a:lnTo>
                  <a:lnTo>
                    <a:pt x="4979" y="3781"/>
                  </a:lnTo>
                  <a:lnTo>
                    <a:pt x="5483" y="3277"/>
                  </a:lnTo>
                  <a:close/>
                  <a:moveTo>
                    <a:pt x="8602" y="2049"/>
                  </a:moveTo>
                  <a:lnTo>
                    <a:pt x="8822" y="2175"/>
                  </a:lnTo>
                  <a:lnTo>
                    <a:pt x="8822" y="4443"/>
                  </a:lnTo>
                  <a:lnTo>
                    <a:pt x="6396" y="4443"/>
                  </a:lnTo>
                  <a:lnTo>
                    <a:pt x="6837" y="4034"/>
                  </a:lnTo>
                  <a:cubicBezTo>
                    <a:pt x="6995" y="3876"/>
                    <a:pt x="6995" y="3624"/>
                    <a:pt x="6837" y="3498"/>
                  </a:cubicBezTo>
                  <a:lnTo>
                    <a:pt x="5766" y="2458"/>
                  </a:lnTo>
                  <a:cubicBezTo>
                    <a:pt x="5687" y="2380"/>
                    <a:pt x="5585" y="2340"/>
                    <a:pt x="5491" y="2340"/>
                  </a:cubicBezTo>
                  <a:cubicBezTo>
                    <a:pt x="5396" y="2340"/>
                    <a:pt x="5309" y="2380"/>
                    <a:pt x="5262" y="2458"/>
                  </a:cubicBezTo>
                  <a:lnTo>
                    <a:pt x="4191" y="3498"/>
                  </a:lnTo>
                  <a:cubicBezTo>
                    <a:pt x="4033" y="3655"/>
                    <a:pt x="4033" y="3907"/>
                    <a:pt x="4191" y="4034"/>
                  </a:cubicBezTo>
                  <a:lnTo>
                    <a:pt x="4632" y="4443"/>
                  </a:lnTo>
                  <a:lnTo>
                    <a:pt x="2175" y="4443"/>
                  </a:lnTo>
                  <a:lnTo>
                    <a:pt x="2175" y="2175"/>
                  </a:lnTo>
                  <a:lnTo>
                    <a:pt x="2427" y="2049"/>
                  </a:lnTo>
                  <a:lnTo>
                    <a:pt x="3435" y="2868"/>
                  </a:lnTo>
                  <a:cubicBezTo>
                    <a:pt x="3498" y="2931"/>
                    <a:pt x="3577" y="2962"/>
                    <a:pt x="3655" y="2962"/>
                  </a:cubicBezTo>
                  <a:cubicBezTo>
                    <a:pt x="3734" y="2962"/>
                    <a:pt x="3813" y="2931"/>
                    <a:pt x="3876" y="2868"/>
                  </a:cubicBezTo>
                  <a:lnTo>
                    <a:pt x="4884" y="2049"/>
                  </a:lnTo>
                  <a:cubicBezTo>
                    <a:pt x="5042" y="2175"/>
                    <a:pt x="5231" y="2206"/>
                    <a:pt x="5483" y="2206"/>
                  </a:cubicBezTo>
                  <a:cubicBezTo>
                    <a:pt x="5672" y="2206"/>
                    <a:pt x="5924" y="2143"/>
                    <a:pt x="6081" y="2049"/>
                  </a:cubicBezTo>
                  <a:lnTo>
                    <a:pt x="7089" y="2868"/>
                  </a:lnTo>
                  <a:cubicBezTo>
                    <a:pt x="7152" y="2931"/>
                    <a:pt x="7231" y="2962"/>
                    <a:pt x="7314" y="2962"/>
                  </a:cubicBezTo>
                  <a:cubicBezTo>
                    <a:pt x="7397" y="2962"/>
                    <a:pt x="7483" y="2931"/>
                    <a:pt x="7562" y="2868"/>
                  </a:cubicBezTo>
                  <a:lnTo>
                    <a:pt x="8602" y="2049"/>
                  </a:lnTo>
                  <a:close/>
                  <a:moveTo>
                    <a:pt x="1419" y="5199"/>
                  </a:moveTo>
                  <a:lnTo>
                    <a:pt x="1419" y="6711"/>
                  </a:lnTo>
                  <a:cubicBezTo>
                    <a:pt x="977" y="6711"/>
                    <a:pt x="662" y="6396"/>
                    <a:pt x="662" y="5955"/>
                  </a:cubicBezTo>
                  <a:cubicBezTo>
                    <a:pt x="662" y="5546"/>
                    <a:pt x="1041" y="5199"/>
                    <a:pt x="1419" y="5199"/>
                  </a:cubicBezTo>
                  <a:close/>
                  <a:moveTo>
                    <a:pt x="9610" y="5199"/>
                  </a:moveTo>
                  <a:cubicBezTo>
                    <a:pt x="10019" y="5199"/>
                    <a:pt x="10366" y="5546"/>
                    <a:pt x="10366" y="5955"/>
                  </a:cubicBezTo>
                  <a:cubicBezTo>
                    <a:pt x="10366" y="6333"/>
                    <a:pt x="10019" y="6711"/>
                    <a:pt x="9610" y="6711"/>
                  </a:cubicBezTo>
                  <a:lnTo>
                    <a:pt x="9610" y="5199"/>
                  </a:lnTo>
                  <a:close/>
                  <a:moveTo>
                    <a:pt x="8822" y="5199"/>
                  </a:moveTo>
                  <a:lnTo>
                    <a:pt x="8822" y="8602"/>
                  </a:lnTo>
                  <a:lnTo>
                    <a:pt x="8224" y="8791"/>
                  </a:lnTo>
                  <a:cubicBezTo>
                    <a:pt x="8167" y="8807"/>
                    <a:pt x="8105" y="8815"/>
                    <a:pt x="8043" y="8815"/>
                  </a:cubicBezTo>
                  <a:cubicBezTo>
                    <a:pt x="7863" y="8815"/>
                    <a:pt x="7671" y="8750"/>
                    <a:pt x="7531" y="8633"/>
                  </a:cubicBezTo>
                  <a:cubicBezTo>
                    <a:pt x="7239" y="8342"/>
                    <a:pt x="6873" y="8200"/>
                    <a:pt x="6512" y="8200"/>
                  </a:cubicBezTo>
                  <a:cubicBezTo>
                    <a:pt x="6132" y="8200"/>
                    <a:pt x="5758" y="8358"/>
                    <a:pt x="5483" y="8665"/>
                  </a:cubicBezTo>
                  <a:cubicBezTo>
                    <a:pt x="5217" y="8382"/>
                    <a:pt x="4828" y="8222"/>
                    <a:pt x="4432" y="8222"/>
                  </a:cubicBezTo>
                  <a:cubicBezTo>
                    <a:pt x="4078" y="8222"/>
                    <a:pt x="3718" y="8350"/>
                    <a:pt x="3435" y="8633"/>
                  </a:cubicBezTo>
                  <a:cubicBezTo>
                    <a:pt x="3303" y="8765"/>
                    <a:pt x="3141" y="8820"/>
                    <a:pt x="2958" y="8820"/>
                  </a:cubicBezTo>
                  <a:cubicBezTo>
                    <a:pt x="2879" y="8820"/>
                    <a:pt x="2796" y="8810"/>
                    <a:pt x="2710" y="8791"/>
                  </a:cubicBezTo>
                  <a:lnTo>
                    <a:pt x="2080" y="8602"/>
                  </a:lnTo>
                  <a:lnTo>
                    <a:pt x="2080" y="5199"/>
                  </a:lnTo>
                  <a:close/>
                  <a:moveTo>
                    <a:pt x="4442" y="8945"/>
                  </a:moveTo>
                  <a:cubicBezTo>
                    <a:pt x="4678" y="8945"/>
                    <a:pt x="4913" y="9062"/>
                    <a:pt x="5042" y="9263"/>
                  </a:cubicBezTo>
                  <a:cubicBezTo>
                    <a:pt x="4853" y="9484"/>
                    <a:pt x="4601" y="9767"/>
                    <a:pt x="4096" y="9925"/>
                  </a:cubicBezTo>
                  <a:cubicBezTo>
                    <a:pt x="3889" y="10000"/>
                    <a:pt x="3677" y="10035"/>
                    <a:pt x="3468" y="10035"/>
                  </a:cubicBezTo>
                  <a:cubicBezTo>
                    <a:pt x="2882" y="10035"/>
                    <a:pt x="2317" y="9759"/>
                    <a:pt x="1923" y="9295"/>
                  </a:cubicBezTo>
                  <a:lnTo>
                    <a:pt x="1923" y="9295"/>
                  </a:lnTo>
                  <a:lnTo>
                    <a:pt x="2521" y="9484"/>
                  </a:lnTo>
                  <a:cubicBezTo>
                    <a:pt x="2673" y="9531"/>
                    <a:pt x="2831" y="9556"/>
                    <a:pt x="2987" y="9556"/>
                  </a:cubicBezTo>
                  <a:cubicBezTo>
                    <a:pt x="3350" y="9556"/>
                    <a:pt x="3706" y="9423"/>
                    <a:pt x="3970" y="9137"/>
                  </a:cubicBezTo>
                  <a:cubicBezTo>
                    <a:pt x="4102" y="9006"/>
                    <a:pt x="4273" y="8945"/>
                    <a:pt x="4442" y="8945"/>
                  </a:cubicBezTo>
                  <a:close/>
                  <a:moveTo>
                    <a:pt x="6546" y="9022"/>
                  </a:moveTo>
                  <a:cubicBezTo>
                    <a:pt x="6718" y="9022"/>
                    <a:pt x="6892" y="9080"/>
                    <a:pt x="7026" y="9200"/>
                  </a:cubicBezTo>
                  <a:cubicBezTo>
                    <a:pt x="7299" y="9496"/>
                    <a:pt x="7671" y="9644"/>
                    <a:pt x="8046" y="9644"/>
                  </a:cubicBezTo>
                  <a:cubicBezTo>
                    <a:pt x="8191" y="9644"/>
                    <a:pt x="8336" y="9622"/>
                    <a:pt x="8476" y="9578"/>
                  </a:cubicBezTo>
                  <a:lnTo>
                    <a:pt x="9074" y="9326"/>
                  </a:lnTo>
                  <a:lnTo>
                    <a:pt x="9074" y="9326"/>
                  </a:lnTo>
                  <a:cubicBezTo>
                    <a:pt x="8677" y="9794"/>
                    <a:pt x="8107" y="10053"/>
                    <a:pt x="7517" y="10053"/>
                  </a:cubicBezTo>
                  <a:cubicBezTo>
                    <a:pt x="7312" y="10053"/>
                    <a:pt x="7104" y="10022"/>
                    <a:pt x="6900" y="9956"/>
                  </a:cubicBezTo>
                  <a:cubicBezTo>
                    <a:pt x="6428" y="9799"/>
                    <a:pt x="6144" y="9547"/>
                    <a:pt x="5955" y="9326"/>
                  </a:cubicBezTo>
                  <a:cubicBezTo>
                    <a:pt x="6082" y="9127"/>
                    <a:pt x="6313" y="9022"/>
                    <a:pt x="6546" y="9022"/>
                  </a:cubicBezTo>
                  <a:close/>
                  <a:moveTo>
                    <a:pt x="5514" y="9893"/>
                  </a:moveTo>
                  <a:cubicBezTo>
                    <a:pt x="5640" y="10019"/>
                    <a:pt x="5798" y="10177"/>
                    <a:pt x="6081" y="10334"/>
                  </a:cubicBezTo>
                  <a:cubicBezTo>
                    <a:pt x="5924" y="10397"/>
                    <a:pt x="5703" y="10492"/>
                    <a:pt x="5514" y="10492"/>
                  </a:cubicBezTo>
                  <a:cubicBezTo>
                    <a:pt x="5325" y="10492"/>
                    <a:pt x="5136" y="10429"/>
                    <a:pt x="4979" y="10334"/>
                  </a:cubicBezTo>
                  <a:cubicBezTo>
                    <a:pt x="5231" y="10177"/>
                    <a:pt x="5388" y="10019"/>
                    <a:pt x="5514" y="9893"/>
                  </a:cubicBezTo>
                  <a:close/>
                  <a:moveTo>
                    <a:pt x="6774" y="10681"/>
                  </a:moveTo>
                  <a:cubicBezTo>
                    <a:pt x="7011" y="10749"/>
                    <a:pt x="7247" y="10780"/>
                    <a:pt x="7484" y="10780"/>
                  </a:cubicBezTo>
                  <a:cubicBezTo>
                    <a:pt x="7688" y="10780"/>
                    <a:pt x="7893" y="10756"/>
                    <a:pt x="8098" y="10713"/>
                  </a:cubicBezTo>
                  <a:lnTo>
                    <a:pt x="8098" y="10713"/>
                  </a:lnTo>
                  <a:cubicBezTo>
                    <a:pt x="7499" y="11500"/>
                    <a:pt x="6554" y="11973"/>
                    <a:pt x="5514" y="11973"/>
                  </a:cubicBezTo>
                  <a:cubicBezTo>
                    <a:pt x="4506" y="11973"/>
                    <a:pt x="3498" y="11500"/>
                    <a:pt x="2868" y="10713"/>
                  </a:cubicBezTo>
                  <a:lnTo>
                    <a:pt x="2868" y="10713"/>
                  </a:lnTo>
                  <a:cubicBezTo>
                    <a:pt x="3072" y="10756"/>
                    <a:pt x="3277" y="10780"/>
                    <a:pt x="3482" y="10780"/>
                  </a:cubicBezTo>
                  <a:cubicBezTo>
                    <a:pt x="3718" y="10780"/>
                    <a:pt x="3955" y="10749"/>
                    <a:pt x="4191" y="10681"/>
                  </a:cubicBezTo>
                  <a:cubicBezTo>
                    <a:pt x="4538" y="11028"/>
                    <a:pt x="5010" y="11217"/>
                    <a:pt x="5483" y="11217"/>
                  </a:cubicBezTo>
                  <a:cubicBezTo>
                    <a:pt x="5955" y="11217"/>
                    <a:pt x="6459" y="11028"/>
                    <a:pt x="6774" y="10681"/>
                  </a:cubicBezTo>
                  <a:close/>
                  <a:moveTo>
                    <a:pt x="1860" y="1"/>
                  </a:moveTo>
                  <a:cubicBezTo>
                    <a:pt x="1261" y="1"/>
                    <a:pt x="757" y="505"/>
                    <a:pt x="757" y="1104"/>
                  </a:cubicBezTo>
                  <a:cubicBezTo>
                    <a:pt x="757" y="1576"/>
                    <a:pt x="1072" y="2017"/>
                    <a:pt x="1513" y="2175"/>
                  </a:cubicBezTo>
                  <a:lnTo>
                    <a:pt x="1513" y="4443"/>
                  </a:lnTo>
                  <a:cubicBezTo>
                    <a:pt x="662" y="4443"/>
                    <a:pt x="1" y="5105"/>
                    <a:pt x="1" y="5955"/>
                  </a:cubicBezTo>
                  <a:cubicBezTo>
                    <a:pt x="1" y="6774"/>
                    <a:pt x="662" y="7436"/>
                    <a:pt x="1513" y="7436"/>
                  </a:cubicBezTo>
                  <a:lnTo>
                    <a:pt x="1513" y="8350"/>
                  </a:lnTo>
                  <a:lnTo>
                    <a:pt x="1261" y="8287"/>
                  </a:lnTo>
                  <a:cubicBezTo>
                    <a:pt x="1214" y="8270"/>
                    <a:pt x="1168" y="8262"/>
                    <a:pt x="1124" y="8262"/>
                  </a:cubicBezTo>
                  <a:cubicBezTo>
                    <a:pt x="846" y="8262"/>
                    <a:pt x="657" y="8577"/>
                    <a:pt x="820" y="8822"/>
                  </a:cubicBezTo>
                  <a:cubicBezTo>
                    <a:pt x="1356" y="9610"/>
                    <a:pt x="1450" y="9799"/>
                    <a:pt x="1765" y="10082"/>
                  </a:cubicBezTo>
                  <a:cubicBezTo>
                    <a:pt x="2364" y="11658"/>
                    <a:pt x="3907" y="12729"/>
                    <a:pt x="5609" y="12729"/>
                  </a:cubicBezTo>
                  <a:cubicBezTo>
                    <a:pt x="7278" y="12729"/>
                    <a:pt x="8822" y="11658"/>
                    <a:pt x="9421" y="10082"/>
                  </a:cubicBezTo>
                  <a:cubicBezTo>
                    <a:pt x="9736" y="9799"/>
                    <a:pt x="9862" y="9610"/>
                    <a:pt x="10366" y="8822"/>
                  </a:cubicBezTo>
                  <a:cubicBezTo>
                    <a:pt x="10529" y="8577"/>
                    <a:pt x="10340" y="8262"/>
                    <a:pt x="10062" y="8262"/>
                  </a:cubicBezTo>
                  <a:cubicBezTo>
                    <a:pt x="10018" y="8262"/>
                    <a:pt x="9972" y="8270"/>
                    <a:pt x="9925" y="8287"/>
                  </a:cubicBezTo>
                  <a:lnTo>
                    <a:pt x="9704" y="8350"/>
                  </a:lnTo>
                  <a:lnTo>
                    <a:pt x="9704" y="7436"/>
                  </a:lnTo>
                  <a:cubicBezTo>
                    <a:pt x="10429" y="7436"/>
                    <a:pt x="11122" y="6774"/>
                    <a:pt x="11122" y="5955"/>
                  </a:cubicBezTo>
                  <a:cubicBezTo>
                    <a:pt x="11122" y="5136"/>
                    <a:pt x="10429" y="4443"/>
                    <a:pt x="9610" y="4443"/>
                  </a:cubicBezTo>
                  <a:lnTo>
                    <a:pt x="9610" y="2175"/>
                  </a:lnTo>
                  <a:cubicBezTo>
                    <a:pt x="10051" y="2017"/>
                    <a:pt x="10366" y="1608"/>
                    <a:pt x="10366" y="1104"/>
                  </a:cubicBezTo>
                  <a:cubicBezTo>
                    <a:pt x="10366" y="473"/>
                    <a:pt x="9862" y="1"/>
                    <a:pt x="9263" y="1"/>
                  </a:cubicBezTo>
                  <a:cubicBezTo>
                    <a:pt x="8633" y="1"/>
                    <a:pt x="8161" y="505"/>
                    <a:pt x="8161" y="1104"/>
                  </a:cubicBezTo>
                  <a:cubicBezTo>
                    <a:pt x="8161" y="1230"/>
                    <a:pt x="8192" y="1324"/>
                    <a:pt x="8224" y="1450"/>
                  </a:cubicBezTo>
                  <a:lnTo>
                    <a:pt x="7405" y="2080"/>
                  </a:lnTo>
                  <a:lnTo>
                    <a:pt x="6585" y="1450"/>
                  </a:lnTo>
                  <a:cubicBezTo>
                    <a:pt x="6617" y="1324"/>
                    <a:pt x="6648" y="1230"/>
                    <a:pt x="6648" y="1104"/>
                  </a:cubicBezTo>
                  <a:cubicBezTo>
                    <a:pt x="6648" y="473"/>
                    <a:pt x="6144" y="1"/>
                    <a:pt x="5546" y="1"/>
                  </a:cubicBezTo>
                  <a:cubicBezTo>
                    <a:pt x="4916" y="1"/>
                    <a:pt x="4443" y="505"/>
                    <a:pt x="4443" y="1104"/>
                  </a:cubicBezTo>
                  <a:cubicBezTo>
                    <a:pt x="4443" y="1230"/>
                    <a:pt x="4506" y="1324"/>
                    <a:pt x="4538" y="1450"/>
                  </a:cubicBezTo>
                  <a:lnTo>
                    <a:pt x="3718" y="2080"/>
                  </a:lnTo>
                  <a:lnTo>
                    <a:pt x="2868" y="1450"/>
                  </a:lnTo>
                  <a:cubicBezTo>
                    <a:pt x="2931" y="1324"/>
                    <a:pt x="2962" y="1230"/>
                    <a:pt x="2962" y="1104"/>
                  </a:cubicBezTo>
                  <a:cubicBezTo>
                    <a:pt x="2962" y="473"/>
                    <a:pt x="2458" y="1"/>
                    <a:pt x="18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1" name="Google Shape;301;p35"/>
          <p:cNvSpPr txBox="1"/>
          <p:nvPr/>
        </p:nvSpPr>
        <p:spPr>
          <a:xfrm>
            <a:off x="111588" y="1311400"/>
            <a:ext cx="87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Method:</a:t>
            </a:r>
            <a:r>
              <a:rPr b="1" lang="en" sz="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EASE</a:t>
            </a:r>
            <a:endParaRPr b="1" sz="8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02" name="Google Shape;302;p35"/>
          <p:cNvSpPr txBox="1"/>
          <p:nvPr/>
        </p:nvSpPr>
        <p:spPr>
          <a:xfrm>
            <a:off x="1239500" y="1269600"/>
            <a:ext cx="75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Offer Type</a:t>
            </a:r>
            <a:endParaRPr sz="8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03" name="Google Shape;303;p35"/>
          <p:cNvSpPr txBox="1"/>
          <p:nvPr/>
        </p:nvSpPr>
        <p:spPr>
          <a:xfrm>
            <a:off x="560700" y="1814888"/>
            <a:ext cx="1346100" cy="3231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Recommend</a:t>
            </a:r>
            <a:r>
              <a:rPr lang="en" sz="9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: </a:t>
            </a:r>
            <a:r>
              <a:rPr b="1" lang="en" sz="9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rPr>
              <a:t>Binders</a:t>
            </a:r>
            <a:endParaRPr b="1" sz="900">
              <a:solidFill>
                <a:schemeClr val="accent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04" name="Google Shape;304;p35"/>
          <p:cNvSpPr txBox="1"/>
          <p:nvPr/>
        </p:nvSpPr>
        <p:spPr>
          <a:xfrm>
            <a:off x="111588" y="2180888"/>
            <a:ext cx="87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MBA Support:</a:t>
            </a:r>
            <a:endParaRPr sz="8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05" name="Google Shape;305;p35"/>
          <p:cNvSpPr txBox="1"/>
          <p:nvPr/>
        </p:nvSpPr>
        <p:spPr>
          <a:xfrm>
            <a:off x="3830150" y="1844575"/>
            <a:ext cx="45300" cy="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06" name="Google Shape;306;p35"/>
          <p:cNvSpPr txBox="1"/>
          <p:nvPr/>
        </p:nvSpPr>
        <p:spPr>
          <a:xfrm>
            <a:off x="4079375" y="1134600"/>
            <a:ext cx="45300" cy="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07" name="Google Shape;307;p35"/>
          <p:cNvSpPr txBox="1"/>
          <p:nvPr/>
        </p:nvSpPr>
        <p:spPr>
          <a:xfrm>
            <a:off x="241425" y="2375475"/>
            <a:ext cx="140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Appliances -&gt; Binders</a:t>
            </a:r>
            <a:endParaRPr sz="9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grpSp>
        <p:nvGrpSpPr>
          <p:cNvPr id="308" name="Google Shape;308;p35"/>
          <p:cNvGrpSpPr/>
          <p:nvPr/>
        </p:nvGrpSpPr>
        <p:grpSpPr>
          <a:xfrm>
            <a:off x="131620" y="2407983"/>
            <a:ext cx="156547" cy="176494"/>
            <a:chOff x="3299850" y="238575"/>
            <a:chExt cx="427725" cy="482225"/>
          </a:xfrm>
        </p:grpSpPr>
        <p:sp>
          <p:nvSpPr>
            <p:cNvPr id="309" name="Google Shape;309;p35"/>
            <p:cNvSpPr/>
            <p:nvPr/>
          </p:nvSpPr>
          <p:spPr>
            <a:xfrm>
              <a:off x="3299850" y="323500"/>
              <a:ext cx="427725" cy="397300"/>
            </a:xfrm>
            <a:custGeom>
              <a:rect b="b" l="l" r="r" t="t"/>
              <a:pathLst>
                <a:path extrusionOk="0" h="15892" w="17109">
                  <a:moveTo>
                    <a:pt x="3397" y="6794"/>
                  </a:moveTo>
                  <a:lnTo>
                    <a:pt x="3397" y="14759"/>
                  </a:lnTo>
                  <a:lnTo>
                    <a:pt x="1132" y="14759"/>
                  </a:lnTo>
                  <a:lnTo>
                    <a:pt x="1132" y="6794"/>
                  </a:lnTo>
                  <a:close/>
                  <a:moveTo>
                    <a:pt x="9034" y="1132"/>
                  </a:moveTo>
                  <a:cubicBezTo>
                    <a:pt x="9683" y="1175"/>
                    <a:pt x="10191" y="1712"/>
                    <a:pt x="10191" y="2364"/>
                  </a:cubicBezTo>
                  <a:cubicBezTo>
                    <a:pt x="10191" y="3346"/>
                    <a:pt x="9774" y="5275"/>
                    <a:pt x="9221" y="5828"/>
                  </a:cubicBezTo>
                  <a:cubicBezTo>
                    <a:pt x="8865" y="6184"/>
                    <a:pt x="9119" y="6794"/>
                    <a:pt x="9623" y="6794"/>
                  </a:cubicBezTo>
                  <a:lnTo>
                    <a:pt x="15285" y="6794"/>
                  </a:lnTo>
                  <a:cubicBezTo>
                    <a:pt x="15599" y="6794"/>
                    <a:pt x="15849" y="7047"/>
                    <a:pt x="15849" y="7361"/>
                  </a:cubicBezTo>
                  <a:cubicBezTo>
                    <a:pt x="15849" y="7672"/>
                    <a:pt x="15599" y="7926"/>
                    <a:pt x="15285" y="7926"/>
                  </a:cubicBezTo>
                  <a:lnTo>
                    <a:pt x="11888" y="7926"/>
                  </a:lnTo>
                  <a:cubicBezTo>
                    <a:pt x="11574" y="7926"/>
                    <a:pt x="11323" y="8180"/>
                    <a:pt x="11323" y="8494"/>
                  </a:cubicBezTo>
                  <a:cubicBezTo>
                    <a:pt x="11323" y="8805"/>
                    <a:pt x="11574" y="9058"/>
                    <a:pt x="11888" y="9058"/>
                  </a:cubicBezTo>
                  <a:lnTo>
                    <a:pt x="15285" y="9058"/>
                  </a:lnTo>
                  <a:cubicBezTo>
                    <a:pt x="15586" y="9058"/>
                    <a:pt x="15852" y="9342"/>
                    <a:pt x="15852" y="9662"/>
                  </a:cubicBezTo>
                  <a:cubicBezTo>
                    <a:pt x="15852" y="9976"/>
                    <a:pt x="15599" y="10230"/>
                    <a:pt x="15285" y="10230"/>
                  </a:cubicBezTo>
                  <a:lnTo>
                    <a:pt x="11888" y="10230"/>
                  </a:lnTo>
                  <a:cubicBezTo>
                    <a:pt x="11574" y="10230"/>
                    <a:pt x="11323" y="10484"/>
                    <a:pt x="11323" y="10795"/>
                  </a:cubicBezTo>
                  <a:cubicBezTo>
                    <a:pt x="11323" y="11109"/>
                    <a:pt x="11574" y="11362"/>
                    <a:pt x="11888" y="11362"/>
                  </a:cubicBezTo>
                  <a:lnTo>
                    <a:pt x="14152" y="11362"/>
                  </a:lnTo>
                  <a:cubicBezTo>
                    <a:pt x="14466" y="11362"/>
                    <a:pt x="14717" y="11616"/>
                    <a:pt x="14717" y="11927"/>
                  </a:cubicBezTo>
                  <a:cubicBezTo>
                    <a:pt x="14717" y="12241"/>
                    <a:pt x="14466" y="12494"/>
                    <a:pt x="14152" y="12494"/>
                  </a:cubicBezTo>
                  <a:lnTo>
                    <a:pt x="11888" y="12494"/>
                  </a:lnTo>
                  <a:cubicBezTo>
                    <a:pt x="11574" y="12494"/>
                    <a:pt x="11323" y="12748"/>
                    <a:pt x="11323" y="13059"/>
                  </a:cubicBezTo>
                  <a:cubicBezTo>
                    <a:pt x="11323" y="13373"/>
                    <a:pt x="11574" y="13627"/>
                    <a:pt x="11888" y="13627"/>
                  </a:cubicBezTo>
                  <a:lnTo>
                    <a:pt x="13020" y="13627"/>
                  </a:lnTo>
                  <a:cubicBezTo>
                    <a:pt x="13334" y="13627"/>
                    <a:pt x="13585" y="13880"/>
                    <a:pt x="13585" y="14191"/>
                  </a:cubicBezTo>
                  <a:cubicBezTo>
                    <a:pt x="13585" y="14505"/>
                    <a:pt x="13334" y="14759"/>
                    <a:pt x="13020" y="14759"/>
                  </a:cubicBezTo>
                  <a:lnTo>
                    <a:pt x="9197" y="14759"/>
                  </a:lnTo>
                  <a:cubicBezTo>
                    <a:pt x="8041" y="14759"/>
                    <a:pt x="6890" y="14572"/>
                    <a:pt x="5794" y="14207"/>
                  </a:cubicBezTo>
                  <a:lnTo>
                    <a:pt x="4529" y="13784"/>
                  </a:lnTo>
                  <a:lnTo>
                    <a:pt x="4529" y="7712"/>
                  </a:lnTo>
                  <a:lnTo>
                    <a:pt x="5686" y="7132"/>
                  </a:lnTo>
                  <a:cubicBezTo>
                    <a:pt x="6265" y="6842"/>
                    <a:pt x="6797" y="6459"/>
                    <a:pt x="7253" y="6003"/>
                  </a:cubicBezTo>
                  <a:lnTo>
                    <a:pt x="7289" y="5963"/>
                  </a:lnTo>
                  <a:cubicBezTo>
                    <a:pt x="8352" y="4901"/>
                    <a:pt x="8917" y="2654"/>
                    <a:pt x="9034" y="1132"/>
                  </a:cubicBezTo>
                  <a:close/>
                  <a:moveTo>
                    <a:pt x="8491" y="0"/>
                  </a:moveTo>
                  <a:cubicBezTo>
                    <a:pt x="8177" y="0"/>
                    <a:pt x="7926" y="254"/>
                    <a:pt x="7926" y="568"/>
                  </a:cubicBezTo>
                  <a:cubicBezTo>
                    <a:pt x="7926" y="1887"/>
                    <a:pt x="7380" y="4276"/>
                    <a:pt x="6492" y="5166"/>
                  </a:cubicBezTo>
                  <a:lnTo>
                    <a:pt x="6456" y="5203"/>
                  </a:lnTo>
                  <a:cubicBezTo>
                    <a:pt x="6081" y="5574"/>
                    <a:pt x="5652" y="5885"/>
                    <a:pt x="5181" y="6120"/>
                  </a:cubicBezTo>
                  <a:lnTo>
                    <a:pt x="4529" y="6444"/>
                  </a:lnTo>
                  <a:lnTo>
                    <a:pt x="4529" y="6229"/>
                  </a:lnTo>
                  <a:cubicBezTo>
                    <a:pt x="4529" y="5915"/>
                    <a:pt x="4276" y="5661"/>
                    <a:pt x="3962" y="5661"/>
                  </a:cubicBezTo>
                  <a:lnTo>
                    <a:pt x="565" y="5661"/>
                  </a:lnTo>
                  <a:cubicBezTo>
                    <a:pt x="251" y="5661"/>
                    <a:pt x="0" y="5915"/>
                    <a:pt x="0" y="6229"/>
                  </a:cubicBezTo>
                  <a:lnTo>
                    <a:pt x="0" y="15324"/>
                  </a:lnTo>
                  <a:cubicBezTo>
                    <a:pt x="0" y="15638"/>
                    <a:pt x="251" y="15891"/>
                    <a:pt x="565" y="15891"/>
                  </a:cubicBezTo>
                  <a:lnTo>
                    <a:pt x="3962" y="15891"/>
                  </a:lnTo>
                  <a:cubicBezTo>
                    <a:pt x="4276" y="15891"/>
                    <a:pt x="4529" y="15638"/>
                    <a:pt x="4529" y="15324"/>
                  </a:cubicBezTo>
                  <a:lnTo>
                    <a:pt x="4529" y="14976"/>
                  </a:lnTo>
                  <a:lnTo>
                    <a:pt x="5435" y="15278"/>
                  </a:lnTo>
                  <a:cubicBezTo>
                    <a:pt x="6649" y="15683"/>
                    <a:pt x="7917" y="15888"/>
                    <a:pt x="9197" y="15888"/>
                  </a:cubicBezTo>
                  <a:lnTo>
                    <a:pt x="13020" y="15888"/>
                  </a:lnTo>
                  <a:cubicBezTo>
                    <a:pt x="14219" y="15888"/>
                    <a:pt x="15040" y="14681"/>
                    <a:pt x="14599" y="13566"/>
                  </a:cubicBezTo>
                  <a:cubicBezTo>
                    <a:pt x="15577" y="13298"/>
                    <a:pt x="16106" y="12241"/>
                    <a:pt x="15731" y="11302"/>
                  </a:cubicBezTo>
                  <a:cubicBezTo>
                    <a:pt x="16468" y="11100"/>
                    <a:pt x="16981" y="10429"/>
                    <a:pt x="16984" y="9662"/>
                  </a:cubicBezTo>
                  <a:cubicBezTo>
                    <a:pt x="16981" y="9233"/>
                    <a:pt x="16824" y="8823"/>
                    <a:pt x="16541" y="8503"/>
                  </a:cubicBezTo>
                  <a:cubicBezTo>
                    <a:pt x="16994" y="8005"/>
                    <a:pt x="17108" y="7289"/>
                    <a:pt x="16837" y="6673"/>
                  </a:cubicBezTo>
                  <a:cubicBezTo>
                    <a:pt x="16565" y="6060"/>
                    <a:pt x="15958" y="5661"/>
                    <a:pt x="15285" y="5661"/>
                  </a:cubicBezTo>
                  <a:lnTo>
                    <a:pt x="10635" y="5661"/>
                  </a:lnTo>
                  <a:cubicBezTo>
                    <a:pt x="11109" y="4577"/>
                    <a:pt x="11323" y="3104"/>
                    <a:pt x="11323" y="2364"/>
                  </a:cubicBezTo>
                  <a:cubicBezTo>
                    <a:pt x="11320" y="1060"/>
                    <a:pt x="10263" y="3"/>
                    <a:pt x="8959" y="0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28">
                <a:solidFill>
                  <a:srgbClr val="435D74"/>
                </a:solidFill>
              </a:endParaRPr>
            </a:p>
          </p:txBody>
        </p:sp>
        <p:sp>
          <p:nvSpPr>
            <p:cNvPr id="310" name="Google Shape;310;p35"/>
            <p:cNvSpPr/>
            <p:nvPr/>
          </p:nvSpPr>
          <p:spPr>
            <a:xfrm>
              <a:off x="3467650" y="238575"/>
              <a:ext cx="46525" cy="56650"/>
            </a:xfrm>
            <a:custGeom>
              <a:rect b="b" l="l" r="r" t="t"/>
              <a:pathLst>
                <a:path extrusionOk="0" h="2266" w="1861">
                  <a:moveTo>
                    <a:pt x="646" y="1"/>
                  </a:moveTo>
                  <a:cubicBezTo>
                    <a:pt x="561" y="1"/>
                    <a:pt x="475" y="20"/>
                    <a:pt x="393" y="61"/>
                  </a:cubicBezTo>
                  <a:cubicBezTo>
                    <a:pt x="112" y="199"/>
                    <a:pt x="0" y="541"/>
                    <a:pt x="139" y="821"/>
                  </a:cubicBezTo>
                  <a:lnTo>
                    <a:pt x="707" y="1954"/>
                  </a:lnTo>
                  <a:cubicBezTo>
                    <a:pt x="805" y="2150"/>
                    <a:pt x="1005" y="2265"/>
                    <a:pt x="1212" y="2265"/>
                  </a:cubicBezTo>
                  <a:cubicBezTo>
                    <a:pt x="1297" y="2265"/>
                    <a:pt x="1384" y="2246"/>
                    <a:pt x="1465" y="2204"/>
                  </a:cubicBezTo>
                  <a:cubicBezTo>
                    <a:pt x="1746" y="2065"/>
                    <a:pt x="1860" y="1727"/>
                    <a:pt x="1718" y="1446"/>
                  </a:cubicBezTo>
                  <a:lnTo>
                    <a:pt x="1154" y="314"/>
                  </a:lnTo>
                  <a:cubicBezTo>
                    <a:pt x="1053" y="115"/>
                    <a:pt x="854" y="1"/>
                    <a:pt x="646" y="1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28">
                <a:solidFill>
                  <a:srgbClr val="435D74"/>
                </a:solidFill>
              </a:endParaRPr>
            </a:p>
          </p:txBody>
        </p:sp>
        <p:sp>
          <p:nvSpPr>
            <p:cNvPr id="311" name="Google Shape;311;p35"/>
            <p:cNvSpPr/>
            <p:nvPr/>
          </p:nvSpPr>
          <p:spPr>
            <a:xfrm>
              <a:off x="3566675" y="238575"/>
              <a:ext cx="46525" cy="56675"/>
            </a:xfrm>
            <a:custGeom>
              <a:rect b="b" l="l" r="r" t="t"/>
              <a:pathLst>
                <a:path extrusionOk="0" h="2267" w="1861">
                  <a:moveTo>
                    <a:pt x="1215" y="1"/>
                  </a:moveTo>
                  <a:cubicBezTo>
                    <a:pt x="1007" y="1"/>
                    <a:pt x="808" y="115"/>
                    <a:pt x="707" y="314"/>
                  </a:cubicBezTo>
                  <a:lnTo>
                    <a:pt x="143" y="1446"/>
                  </a:lnTo>
                  <a:cubicBezTo>
                    <a:pt x="1" y="1727"/>
                    <a:pt x="116" y="2065"/>
                    <a:pt x="396" y="2207"/>
                  </a:cubicBezTo>
                  <a:cubicBezTo>
                    <a:pt x="477" y="2247"/>
                    <a:pt x="562" y="2266"/>
                    <a:pt x="646" y="2266"/>
                  </a:cubicBezTo>
                  <a:cubicBezTo>
                    <a:pt x="854" y="2266"/>
                    <a:pt x="1055" y="2151"/>
                    <a:pt x="1154" y="1954"/>
                  </a:cubicBezTo>
                  <a:lnTo>
                    <a:pt x="1722" y="821"/>
                  </a:lnTo>
                  <a:cubicBezTo>
                    <a:pt x="1861" y="541"/>
                    <a:pt x="1749" y="199"/>
                    <a:pt x="1468" y="61"/>
                  </a:cubicBezTo>
                  <a:cubicBezTo>
                    <a:pt x="1387" y="20"/>
                    <a:pt x="1300" y="1"/>
                    <a:pt x="1215" y="1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28">
                <a:solidFill>
                  <a:srgbClr val="435D74"/>
                </a:solidFill>
              </a:endParaRPr>
            </a:p>
          </p:txBody>
        </p:sp>
        <p:sp>
          <p:nvSpPr>
            <p:cNvPr id="312" name="Google Shape;312;p35"/>
            <p:cNvSpPr/>
            <p:nvPr/>
          </p:nvSpPr>
          <p:spPr>
            <a:xfrm>
              <a:off x="3611225" y="323500"/>
              <a:ext cx="56550" cy="28325"/>
            </a:xfrm>
            <a:custGeom>
              <a:rect b="b" l="l" r="r" t="t"/>
              <a:pathLst>
                <a:path extrusionOk="0" h="1133" w="2262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28">
                <a:solidFill>
                  <a:srgbClr val="435D74"/>
                </a:solidFill>
              </a:endParaRPr>
            </a:p>
          </p:txBody>
        </p:sp>
        <p:sp>
          <p:nvSpPr>
            <p:cNvPr id="313" name="Google Shape;313;p35"/>
            <p:cNvSpPr/>
            <p:nvPr/>
          </p:nvSpPr>
          <p:spPr>
            <a:xfrm>
              <a:off x="3413075" y="323500"/>
              <a:ext cx="56550" cy="28325"/>
            </a:xfrm>
            <a:custGeom>
              <a:rect b="b" l="l" r="r" t="t"/>
              <a:pathLst>
                <a:path extrusionOk="0" h="1133" w="2262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28">
                <a:solidFill>
                  <a:srgbClr val="435D74"/>
                </a:solidFill>
              </a:endParaRPr>
            </a:p>
          </p:txBody>
        </p:sp>
      </p:grpSp>
      <p:sp>
        <p:nvSpPr>
          <p:cNvPr id="314" name="Google Shape;314;p35"/>
          <p:cNvSpPr txBox="1"/>
          <p:nvPr/>
        </p:nvSpPr>
        <p:spPr>
          <a:xfrm>
            <a:off x="131625" y="2613100"/>
            <a:ext cx="1905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Why:</a:t>
            </a:r>
            <a:endParaRPr sz="8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aleway Medium"/>
              <a:buChar char="➢"/>
            </a:pPr>
            <a:r>
              <a:rPr lang="en" sz="8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Recent purchases included appliances</a:t>
            </a:r>
            <a:endParaRPr sz="8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aleway Medium"/>
              <a:buChar char="➢"/>
            </a:pPr>
            <a:r>
              <a:rPr lang="en" sz="8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Binders wasn’t bought in recent 180 days</a:t>
            </a:r>
            <a:endParaRPr>
              <a:solidFill>
                <a:schemeClr val="dk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15" name="Google Shape;315;p35"/>
          <p:cNvSpPr txBox="1"/>
          <p:nvPr/>
        </p:nvSpPr>
        <p:spPr>
          <a:xfrm>
            <a:off x="1171700" y="1392525"/>
            <a:ext cx="82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B6D7A8"/>
                </a:solidFill>
                <a:latin typeface="Raleway"/>
                <a:ea typeface="Raleway"/>
                <a:cs typeface="Raleway"/>
                <a:sym typeface="Raleway"/>
              </a:rPr>
              <a:t>Cross-sell</a:t>
            </a:r>
            <a:endParaRPr b="1" sz="1000">
              <a:solidFill>
                <a:srgbClr val="B6D7A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316" name="Google Shape;316;p35"/>
          <p:cNvCxnSpPr/>
          <p:nvPr/>
        </p:nvCxnSpPr>
        <p:spPr>
          <a:xfrm>
            <a:off x="122275" y="1658525"/>
            <a:ext cx="18141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" name="Google Shape;317;p35"/>
          <p:cNvCxnSpPr/>
          <p:nvPr/>
        </p:nvCxnSpPr>
        <p:spPr>
          <a:xfrm>
            <a:off x="131625" y="3487650"/>
            <a:ext cx="18141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8" name="Google Shape;318;p35"/>
          <p:cNvSpPr txBox="1"/>
          <p:nvPr/>
        </p:nvSpPr>
        <p:spPr>
          <a:xfrm>
            <a:off x="241413" y="3497150"/>
            <a:ext cx="71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rPr>
              <a:t>Customer</a:t>
            </a:r>
            <a:endParaRPr b="1" sz="800">
              <a:solidFill>
                <a:schemeClr val="accent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19" name="Google Shape;319;p35"/>
          <p:cNvSpPr txBox="1"/>
          <p:nvPr/>
        </p:nvSpPr>
        <p:spPr>
          <a:xfrm>
            <a:off x="1171700" y="3487650"/>
            <a:ext cx="66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rPr>
              <a:t>Category</a:t>
            </a:r>
            <a:endParaRPr b="1" sz="800">
              <a:solidFill>
                <a:schemeClr val="accent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20" name="Google Shape;320;p35"/>
          <p:cNvSpPr txBox="1"/>
          <p:nvPr/>
        </p:nvSpPr>
        <p:spPr>
          <a:xfrm>
            <a:off x="1068200" y="3695025"/>
            <a:ext cx="87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Rev $439.0 k </a:t>
            </a:r>
            <a:endParaRPr sz="9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Profit $67.9 k </a:t>
            </a:r>
            <a:b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Margin 15%</a:t>
            </a:r>
            <a:endParaRPr sz="9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21" name="Google Shape;321;p35"/>
          <p:cNvSpPr txBox="1"/>
          <p:nvPr/>
        </p:nvSpPr>
        <p:spPr>
          <a:xfrm>
            <a:off x="165075" y="3695025"/>
            <a:ext cx="87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Rev $33.5 k </a:t>
            </a:r>
            <a:endParaRPr sz="9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Profit $8.6 k </a:t>
            </a:r>
            <a:b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Margin 25%</a:t>
            </a:r>
            <a:endParaRPr sz="9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22" name="Google Shape;322;p35"/>
          <p:cNvSpPr/>
          <p:nvPr/>
        </p:nvSpPr>
        <p:spPr>
          <a:xfrm>
            <a:off x="2374525" y="755100"/>
            <a:ext cx="1813800" cy="363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323" name="Google Shape;323;p35"/>
          <p:cNvCxnSpPr/>
          <p:nvPr/>
        </p:nvCxnSpPr>
        <p:spPr>
          <a:xfrm>
            <a:off x="2383725" y="1225775"/>
            <a:ext cx="1814100" cy="0"/>
          </a:xfrm>
          <a:prstGeom prst="straightConnector1">
            <a:avLst/>
          </a:prstGeom>
          <a:noFill/>
          <a:ln cap="flat" cmpd="sng" w="19050">
            <a:solidFill>
              <a:srgbClr val="325D7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" name="Google Shape;324;p35"/>
          <p:cNvSpPr txBox="1"/>
          <p:nvPr/>
        </p:nvSpPr>
        <p:spPr>
          <a:xfrm>
            <a:off x="2812800" y="755100"/>
            <a:ext cx="128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25D79"/>
                </a:solidFill>
                <a:latin typeface="Raleway"/>
                <a:ea typeface="Raleway"/>
                <a:cs typeface="Raleway"/>
                <a:sym typeface="Raleway"/>
              </a:rPr>
              <a:t>MD</a:t>
            </a:r>
            <a:r>
              <a:rPr b="1" lang="en" sz="1000">
                <a:solidFill>
                  <a:srgbClr val="325D79"/>
                </a:solidFill>
                <a:latin typeface="Raleway"/>
                <a:ea typeface="Raleway"/>
                <a:cs typeface="Raleway"/>
                <a:sym typeface="Raleway"/>
              </a:rPr>
              <a:t>-7860</a:t>
            </a:r>
            <a:br>
              <a:rPr b="1" lang="en" sz="1000">
                <a:solidFill>
                  <a:srgbClr val="325D79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" sz="1000">
                <a:solidFill>
                  <a:srgbClr val="325D79"/>
                </a:solidFill>
                <a:latin typeface="Raleway"/>
                <a:ea typeface="Raleway"/>
                <a:cs typeface="Raleway"/>
                <a:sym typeface="Raleway"/>
              </a:rPr>
              <a:t>Regular</a:t>
            </a:r>
            <a:endParaRPr b="1" sz="1000">
              <a:solidFill>
                <a:srgbClr val="325D7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25" name="Google Shape;325;p35"/>
          <p:cNvSpPr txBox="1"/>
          <p:nvPr/>
        </p:nvSpPr>
        <p:spPr>
          <a:xfrm>
            <a:off x="2363688" y="1311400"/>
            <a:ext cx="87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Method:</a:t>
            </a:r>
            <a:r>
              <a:rPr b="1" lang="en" sz="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EASE</a:t>
            </a:r>
            <a:endParaRPr b="1" sz="8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26" name="Google Shape;326;p35"/>
          <p:cNvSpPr txBox="1"/>
          <p:nvPr/>
        </p:nvSpPr>
        <p:spPr>
          <a:xfrm>
            <a:off x="3491600" y="1269600"/>
            <a:ext cx="75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Offer Type</a:t>
            </a:r>
            <a:endParaRPr sz="8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27" name="Google Shape;327;p35"/>
          <p:cNvSpPr txBox="1"/>
          <p:nvPr/>
        </p:nvSpPr>
        <p:spPr>
          <a:xfrm>
            <a:off x="2751300" y="1814900"/>
            <a:ext cx="1407600" cy="323100"/>
          </a:xfrm>
          <a:prstGeom prst="rect">
            <a:avLst/>
          </a:prstGeom>
          <a:noFill/>
          <a:ln cap="flat" cmpd="sng" w="9525">
            <a:solidFill>
              <a:srgbClr val="325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Recommend: </a:t>
            </a:r>
            <a:r>
              <a:rPr b="1" lang="en" sz="900">
                <a:solidFill>
                  <a:srgbClr val="325D79"/>
                </a:solidFill>
                <a:latin typeface="Raleway"/>
                <a:ea typeface="Raleway"/>
                <a:cs typeface="Raleway"/>
                <a:sym typeface="Raleway"/>
              </a:rPr>
              <a:t>Storage</a:t>
            </a:r>
            <a:endParaRPr b="1" sz="900">
              <a:solidFill>
                <a:srgbClr val="325D7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28" name="Google Shape;328;p35"/>
          <p:cNvSpPr txBox="1"/>
          <p:nvPr/>
        </p:nvSpPr>
        <p:spPr>
          <a:xfrm>
            <a:off x="2363688" y="2180888"/>
            <a:ext cx="87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MBA Support:</a:t>
            </a:r>
            <a:endParaRPr sz="8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29" name="Google Shape;329;p35"/>
          <p:cNvSpPr txBox="1"/>
          <p:nvPr/>
        </p:nvSpPr>
        <p:spPr>
          <a:xfrm>
            <a:off x="2493525" y="2375475"/>
            <a:ext cx="140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Art, Binders</a:t>
            </a: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-&gt; Storage</a:t>
            </a:r>
            <a:endParaRPr sz="9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grpSp>
        <p:nvGrpSpPr>
          <p:cNvPr id="330" name="Google Shape;330;p35"/>
          <p:cNvGrpSpPr/>
          <p:nvPr/>
        </p:nvGrpSpPr>
        <p:grpSpPr>
          <a:xfrm>
            <a:off x="2383720" y="2407983"/>
            <a:ext cx="156547" cy="176494"/>
            <a:chOff x="3299850" y="238575"/>
            <a:chExt cx="427725" cy="482225"/>
          </a:xfrm>
        </p:grpSpPr>
        <p:sp>
          <p:nvSpPr>
            <p:cNvPr id="331" name="Google Shape;331;p35"/>
            <p:cNvSpPr/>
            <p:nvPr/>
          </p:nvSpPr>
          <p:spPr>
            <a:xfrm>
              <a:off x="3299850" y="323500"/>
              <a:ext cx="427725" cy="397300"/>
            </a:xfrm>
            <a:custGeom>
              <a:rect b="b" l="l" r="r" t="t"/>
              <a:pathLst>
                <a:path extrusionOk="0" h="15892" w="17109">
                  <a:moveTo>
                    <a:pt x="3397" y="6794"/>
                  </a:moveTo>
                  <a:lnTo>
                    <a:pt x="3397" y="14759"/>
                  </a:lnTo>
                  <a:lnTo>
                    <a:pt x="1132" y="14759"/>
                  </a:lnTo>
                  <a:lnTo>
                    <a:pt x="1132" y="6794"/>
                  </a:lnTo>
                  <a:close/>
                  <a:moveTo>
                    <a:pt x="9034" y="1132"/>
                  </a:moveTo>
                  <a:cubicBezTo>
                    <a:pt x="9683" y="1175"/>
                    <a:pt x="10191" y="1712"/>
                    <a:pt x="10191" y="2364"/>
                  </a:cubicBezTo>
                  <a:cubicBezTo>
                    <a:pt x="10191" y="3346"/>
                    <a:pt x="9774" y="5275"/>
                    <a:pt x="9221" y="5828"/>
                  </a:cubicBezTo>
                  <a:cubicBezTo>
                    <a:pt x="8865" y="6184"/>
                    <a:pt x="9119" y="6794"/>
                    <a:pt x="9623" y="6794"/>
                  </a:cubicBezTo>
                  <a:lnTo>
                    <a:pt x="15285" y="6794"/>
                  </a:lnTo>
                  <a:cubicBezTo>
                    <a:pt x="15599" y="6794"/>
                    <a:pt x="15849" y="7047"/>
                    <a:pt x="15849" y="7361"/>
                  </a:cubicBezTo>
                  <a:cubicBezTo>
                    <a:pt x="15849" y="7672"/>
                    <a:pt x="15599" y="7926"/>
                    <a:pt x="15285" y="7926"/>
                  </a:cubicBezTo>
                  <a:lnTo>
                    <a:pt x="11888" y="7926"/>
                  </a:lnTo>
                  <a:cubicBezTo>
                    <a:pt x="11574" y="7926"/>
                    <a:pt x="11323" y="8180"/>
                    <a:pt x="11323" y="8494"/>
                  </a:cubicBezTo>
                  <a:cubicBezTo>
                    <a:pt x="11323" y="8805"/>
                    <a:pt x="11574" y="9058"/>
                    <a:pt x="11888" y="9058"/>
                  </a:cubicBezTo>
                  <a:lnTo>
                    <a:pt x="15285" y="9058"/>
                  </a:lnTo>
                  <a:cubicBezTo>
                    <a:pt x="15586" y="9058"/>
                    <a:pt x="15852" y="9342"/>
                    <a:pt x="15852" y="9662"/>
                  </a:cubicBezTo>
                  <a:cubicBezTo>
                    <a:pt x="15852" y="9976"/>
                    <a:pt x="15599" y="10230"/>
                    <a:pt x="15285" y="10230"/>
                  </a:cubicBezTo>
                  <a:lnTo>
                    <a:pt x="11888" y="10230"/>
                  </a:lnTo>
                  <a:cubicBezTo>
                    <a:pt x="11574" y="10230"/>
                    <a:pt x="11323" y="10484"/>
                    <a:pt x="11323" y="10795"/>
                  </a:cubicBezTo>
                  <a:cubicBezTo>
                    <a:pt x="11323" y="11109"/>
                    <a:pt x="11574" y="11362"/>
                    <a:pt x="11888" y="11362"/>
                  </a:cubicBezTo>
                  <a:lnTo>
                    <a:pt x="14152" y="11362"/>
                  </a:lnTo>
                  <a:cubicBezTo>
                    <a:pt x="14466" y="11362"/>
                    <a:pt x="14717" y="11616"/>
                    <a:pt x="14717" y="11927"/>
                  </a:cubicBezTo>
                  <a:cubicBezTo>
                    <a:pt x="14717" y="12241"/>
                    <a:pt x="14466" y="12494"/>
                    <a:pt x="14152" y="12494"/>
                  </a:cubicBezTo>
                  <a:lnTo>
                    <a:pt x="11888" y="12494"/>
                  </a:lnTo>
                  <a:cubicBezTo>
                    <a:pt x="11574" y="12494"/>
                    <a:pt x="11323" y="12748"/>
                    <a:pt x="11323" y="13059"/>
                  </a:cubicBezTo>
                  <a:cubicBezTo>
                    <a:pt x="11323" y="13373"/>
                    <a:pt x="11574" y="13627"/>
                    <a:pt x="11888" y="13627"/>
                  </a:cubicBezTo>
                  <a:lnTo>
                    <a:pt x="13020" y="13627"/>
                  </a:lnTo>
                  <a:cubicBezTo>
                    <a:pt x="13334" y="13627"/>
                    <a:pt x="13585" y="13880"/>
                    <a:pt x="13585" y="14191"/>
                  </a:cubicBezTo>
                  <a:cubicBezTo>
                    <a:pt x="13585" y="14505"/>
                    <a:pt x="13334" y="14759"/>
                    <a:pt x="13020" y="14759"/>
                  </a:cubicBezTo>
                  <a:lnTo>
                    <a:pt x="9197" y="14759"/>
                  </a:lnTo>
                  <a:cubicBezTo>
                    <a:pt x="8041" y="14759"/>
                    <a:pt x="6890" y="14572"/>
                    <a:pt x="5794" y="14207"/>
                  </a:cubicBezTo>
                  <a:lnTo>
                    <a:pt x="4529" y="13784"/>
                  </a:lnTo>
                  <a:lnTo>
                    <a:pt x="4529" y="7712"/>
                  </a:lnTo>
                  <a:lnTo>
                    <a:pt x="5686" y="7132"/>
                  </a:lnTo>
                  <a:cubicBezTo>
                    <a:pt x="6265" y="6842"/>
                    <a:pt x="6797" y="6459"/>
                    <a:pt x="7253" y="6003"/>
                  </a:cubicBezTo>
                  <a:lnTo>
                    <a:pt x="7289" y="5963"/>
                  </a:lnTo>
                  <a:cubicBezTo>
                    <a:pt x="8352" y="4901"/>
                    <a:pt x="8917" y="2654"/>
                    <a:pt x="9034" y="1132"/>
                  </a:cubicBezTo>
                  <a:close/>
                  <a:moveTo>
                    <a:pt x="8491" y="0"/>
                  </a:moveTo>
                  <a:cubicBezTo>
                    <a:pt x="8177" y="0"/>
                    <a:pt x="7926" y="254"/>
                    <a:pt x="7926" y="568"/>
                  </a:cubicBezTo>
                  <a:cubicBezTo>
                    <a:pt x="7926" y="1887"/>
                    <a:pt x="7380" y="4276"/>
                    <a:pt x="6492" y="5166"/>
                  </a:cubicBezTo>
                  <a:lnTo>
                    <a:pt x="6456" y="5203"/>
                  </a:lnTo>
                  <a:cubicBezTo>
                    <a:pt x="6081" y="5574"/>
                    <a:pt x="5652" y="5885"/>
                    <a:pt x="5181" y="6120"/>
                  </a:cubicBezTo>
                  <a:lnTo>
                    <a:pt x="4529" y="6444"/>
                  </a:lnTo>
                  <a:lnTo>
                    <a:pt x="4529" y="6229"/>
                  </a:lnTo>
                  <a:cubicBezTo>
                    <a:pt x="4529" y="5915"/>
                    <a:pt x="4276" y="5661"/>
                    <a:pt x="3962" y="5661"/>
                  </a:cubicBezTo>
                  <a:lnTo>
                    <a:pt x="565" y="5661"/>
                  </a:lnTo>
                  <a:cubicBezTo>
                    <a:pt x="251" y="5661"/>
                    <a:pt x="0" y="5915"/>
                    <a:pt x="0" y="6229"/>
                  </a:cubicBezTo>
                  <a:lnTo>
                    <a:pt x="0" y="15324"/>
                  </a:lnTo>
                  <a:cubicBezTo>
                    <a:pt x="0" y="15638"/>
                    <a:pt x="251" y="15891"/>
                    <a:pt x="565" y="15891"/>
                  </a:cubicBezTo>
                  <a:lnTo>
                    <a:pt x="3962" y="15891"/>
                  </a:lnTo>
                  <a:cubicBezTo>
                    <a:pt x="4276" y="15891"/>
                    <a:pt x="4529" y="15638"/>
                    <a:pt x="4529" y="15324"/>
                  </a:cubicBezTo>
                  <a:lnTo>
                    <a:pt x="4529" y="14976"/>
                  </a:lnTo>
                  <a:lnTo>
                    <a:pt x="5435" y="15278"/>
                  </a:lnTo>
                  <a:cubicBezTo>
                    <a:pt x="6649" y="15683"/>
                    <a:pt x="7917" y="15888"/>
                    <a:pt x="9197" y="15888"/>
                  </a:cubicBezTo>
                  <a:lnTo>
                    <a:pt x="13020" y="15888"/>
                  </a:lnTo>
                  <a:cubicBezTo>
                    <a:pt x="14219" y="15888"/>
                    <a:pt x="15040" y="14681"/>
                    <a:pt x="14599" y="13566"/>
                  </a:cubicBezTo>
                  <a:cubicBezTo>
                    <a:pt x="15577" y="13298"/>
                    <a:pt x="16106" y="12241"/>
                    <a:pt x="15731" y="11302"/>
                  </a:cubicBezTo>
                  <a:cubicBezTo>
                    <a:pt x="16468" y="11100"/>
                    <a:pt x="16981" y="10429"/>
                    <a:pt x="16984" y="9662"/>
                  </a:cubicBezTo>
                  <a:cubicBezTo>
                    <a:pt x="16981" y="9233"/>
                    <a:pt x="16824" y="8823"/>
                    <a:pt x="16541" y="8503"/>
                  </a:cubicBezTo>
                  <a:cubicBezTo>
                    <a:pt x="16994" y="8005"/>
                    <a:pt x="17108" y="7289"/>
                    <a:pt x="16837" y="6673"/>
                  </a:cubicBezTo>
                  <a:cubicBezTo>
                    <a:pt x="16565" y="6060"/>
                    <a:pt x="15958" y="5661"/>
                    <a:pt x="15285" y="5661"/>
                  </a:cubicBezTo>
                  <a:lnTo>
                    <a:pt x="10635" y="5661"/>
                  </a:lnTo>
                  <a:cubicBezTo>
                    <a:pt x="11109" y="4577"/>
                    <a:pt x="11323" y="3104"/>
                    <a:pt x="11323" y="2364"/>
                  </a:cubicBezTo>
                  <a:cubicBezTo>
                    <a:pt x="11320" y="1060"/>
                    <a:pt x="10263" y="3"/>
                    <a:pt x="8959" y="0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28">
                <a:solidFill>
                  <a:srgbClr val="435D74"/>
                </a:solidFill>
              </a:endParaRPr>
            </a:p>
          </p:txBody>
        </p:sp>
        <p:sp>
          <p:nvSpPr>
            <p:cNvPr id="332" name="Google Shape;332;p35"/>
            <p:cNvSpPr/>
            <p:nvPr/>
          </p:nvSpPr>
          <p:spPr>
            <a:xfrm>
              <a:off x="3467650" y="238575"/>
              <a:ext cx="46525" cy="56650"/>
            </a:xfrm>
            <a:custGeom>
              <a:rect b="b" l="l" r="r" t="t"/>
              <a:pathLst>
                <a:path extrusionOk="0" h="2266" w="1861">
                  <a:moveTo>
                    <a:pt x="646" y="1"/>
                  </a:moveTo>
                  <a:cubicBezTo>
                    <a:pt x="561" y="1"/>
                    <a:pt x="475" y="20"/>
                    <a:pt x="393" y="61"/>
                  </a:cubicBezTo>
                  <a:cubicBezTo>
                    <a:pt x="112" y="199"/>
                    <a:pt x="0" y="541"/>
                    <a:pt x="139" y="821"/>
                  </a:cubicBezTo>
                  <a:lnTo>
                    <a:pt x="707" y="1954"/>
                  </a:lnTo>
                  <a:cubicBezTo>
                    <a:pt x="805" y="2150"/>
                    <a:pt x="1005" y="2265"/>
                    <a:pt x="1212" y="2265"/>
                  </a:cubicBezTo>
                  <a:cubicBezTo>
                    <a:pt x="1297" y="2265"/>
                    <a:pt x="1384" y="2246"/>
                    <a:pt x="1465" y="2204"/>
                  </a:cubicBezTo>
                  <a:cubicBezTo>
                    <a:pt x="1746" y="2065"/>
                    <a:pt x="1860" y="1727"/>
                    <a:pt x="1718" y="1446"/>
                  </a:cubicBezTo>
                  <a:lnTo>
                    <a:pt x="1154" y="314"/>
                  </a:lnTo>
                  <a:cubicBezTo>
                    <a:pt x="1053" y="115"/>
                    <a:pt x="854" y="1"/>
                    <a:pt x="646" y="1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28">
                <a:solidFill>
                  <a:srgbClr val="435D74"/>
                </a:solidFill>
              </a:endParaRPr>
            </a:p>
          </p:txBody>
        </p:sp>
        <p:sp>
          <p:nvSpPr>
            <p:cNvPr id="333" name="Google Shape;333;p35"/>
            <p:cNvSpPr/>
            <p:nvPr/>
          </p:nvSpPr>
          <p:spPr>
            <a:xfrm>
              <a:off x="3566675" y="238575"/>
              <a:ext cx="46525" cy="56675"/>
            </a:xfrm>
            <a:custGeom>
              <a:rect b="b" l="l" r="r" t="t"/>
              <a:pathLst>
                <a:path extrusionOk="0" h="2267" w="1861">
                  <a:moveTo>
                    <a:pt x="1215" y="1"/>
                  </a:moveTo>
                  <a:cubicBezTo>
                    <a:pt x="1007" y="1"/>
                    <a:pt x="808" y="115"/>
                    <a:pt x="707" y="314"/>
                  </a:cubicBezTo>
                  <a:lnTo>
                    <a:pt x="143" y="1446"/>
                  </a:lnTo>
                  <a:cubicBezTo>
                    <a:pt x="1" y="1727"/>
                    <a:pt x="116" y="2065"/>
                    <a:pt x="396" y="2207"/>
                  </a:cubicBezTo>
                  <a:cubicBezTo>
                    <a:pt x="477" y="2247"/>
                    <a:pt x="562" y="2266"/>
                    <a:pt x="646" y="2266"/>
                  </a:cubicBezTo>
                  <a:cubicBezTo>
                    <a:pt x="854" y="2266"/>
                    <a:pt x="1055" y="2151"/>
                    <a:pt x="1154" y="1954"/>
                  </a:cubicBezTo>
                  <a:lnTo>
                    <a:pt x="1722" y="821"/>
                  </a:lnTo>
                  <a:cubicBezTo>
                    <a:pt x="1861" y="541"/>
                    <a:pt x="1749" y="199"/>
                    <a:pt x="1468" y="61"/>
                  </a:cubicBezTo>
                  <a:cubicBezTo>
                    <a:pt x="1387" y="20"/>
                    <a:pt x="1300" y="1"/>
                    <a:pt x="1215" y="1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28">
                <a:solidFill>
                  <a:srgbClr val="435D74"/>
                </a:solidFill>
              </a:endParaRPr>
            </a:p>
          </p:txBody>
        </p:sp>
        <p:sp>
          <p:nvSpPr>
            <p:cNvPr id="334" name="Google Shape;334;p35"/>
            <p:cNvSpPr/>
            <p:nvPr/>
          </p:nvSpPr>
          <p:spPr>
            <a:xfrm>
              <a:off x="3611225" y="323500"/>
              <a:ext cx="56550" cy="28325"/>
            </a:xfrm>
            <a:custGeom>
              <a:rect b="b" l="l" r="r" t="t"/>
              <a:pathLst>
                <a:path extrusionOk="0" h="1133" w="2262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28">
                <a:solidFill>
                  <a:srgbClr val="435D74"/>
                </a:solidFill>
              </a:endParaRPr>
            </a:p>
          </p:txBody>
        </p:sp>
        <p:sp>
          <p:nvSpPr>
            <p:cNvPr id="335" name="Google Shape;335;p35"/>
            <p:cNvSpPr/>
            <p:nvPr/>
          </p:nvSpPr>
          <p:spPr>
            <a:xfrm>
              <a:off x="3413075" y="323500"/>
              <a:ext cx="56550" cy="28325"/>
            </a:xfrm>
            <a:custGeom>
              <a:rect b="b" l="l" r="r" t="t"/>
              <a:pathLst>
                <a:path extrusionOk="0" h="1133" w="2262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28">
                <a:solidFill>
                  <a:srgbClr val="435D74"/>
                </a:solidFill>
              </a:endParaRPr>
            </a:p>
          </p:txBody>
        </p:sp>
      </p:grpSp>
      <p:sp>
        <p:nvSpPr>
          <p:cNvPr id="336" name="Google Shape;336;p35"/>
          <p:cNvSpPr txBox="1"/>
          <p:nvPr/>
        </p:nvSpPr>
        <p:spPr>
          <a:xfrm>
            <a:off x="2383725" y="2613100"/>
            <a:ext cx="1905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Why:</a:t>
            </a:r>
            <a:endParaRPr sz="8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aleway Medium"/>
              <a:buChar char="➢"/>
            </a:pPr>
            <a:r>
              <a:rPr lang="en" sz="8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Recent purchases included binders and art</a:t>
            </a:r>
            <a:endParaRPr sz="8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aleway Medium"/>
              <a:buChar char="➢"/>
            </a:pPr>
            <a:r>
              <a:rPr lang="en" sz="8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Storage wasn’t bought in recent 180 days</a:t>
            </a:r>
            <a:endParaRPr>
              <a:solidFill>
                <a:schemeClr val="dk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37" name="Google Shape;337;p35"/>
          <p:cNvSpPr txBox="1"/>
          <p:nvPr/>
        </p:nvSpPr>
        <p:spPr>
          <a:xfrm>
            <a:off x="3423800" y="1392525"/>
            <a:ext cx="82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B6D7A8"/>
                </a:solidFill>
                <a:latin typeface="Raleway"/>
                <a:ea typeface="Raleway"/>
                <a:cs typeface="Raleway"/>
                <a:sym typeface="Raleway"/>
              </a:rPr>
              <a:t>Cross-sell</a:t>
            </a:r>
            <a:endParaRPr b="1" sz="1000">
              <a:solidFill>
                <a:srgbClr val="B6D7A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38" name="Google Shape;338;p35"/>
          <p:cNvSpPr/>
          <p:nvPr/>
        </p:nvSpPr>
        <p:spPr>
          <a:xfrm>
            <a:off x="2411880" y="1829406"/>
            <a:ext cx="293997" cy="294073"/>
          </a:xfrm>
          <a:custGeom>
            <a:rect b="b" l="l" r="r" t="t"/>
            <a:pathLst>
              <a:path extrusionOk="0" h="19331" w="19326">
                <a:moveTo>
                  <a:pt x="9470" y="1131"/>
                </a:moveTo>
                <a:cubicBezTo>
                  <a:pt x="9519" y="1131"/>
                  <a:pt x="9569" y="1143"/>
                  <a:pt x="9615" y="1165"/>
                </a:cubicBezTo>
                <a:lnTo>
                  <a:pt x="17504" y="5208"/>
                </a:lnTo>
                <a:lnTo>
                  <a:pt x="14283" y="6820"/>
                </a:lnTo>
                <a:lnTo>
                  <a:pt x="6360" y="2756"/>
                </a:lnTo>
                <a:lnTo>
                  <a:pt x="9325" y="1168"/>
                </a:lnTo>
                <a:cubicBezTo>
                  <a:pt x="9369" y="1143"/>
                  <a:pt x="9419" y="1131"/>
                  <a:pt x="9470" y="1131"/>
                </a:cubicBezTo>
                <a:close/>
                <a:moveTo>
                  <a:pt x="5149" y="3405"/>
                </a:moveTo>
                <a:lnTo>
                  <a:pt x="13027" y="7448"/>
                </a:lnTo>
                <a:lnTo>
                  <a:pt x="9467" y="9230"/>
                </a:lnTo>
                <a:lnTo>
                  <a:pt x="1779" y="5208"/>
                </a:lnTo>
                <a:lnTo>
                  <a:pt x="5149" y="3405"/>
                </a:lnTo>
                <a:close/>
                <a:moveTo>
                  <a:pt x="1133" y="6150"/>
                </a:moveTo>
                <a:lnTo>
                  <a:pt x="8896" y="10208"/>
                </a:lnTo>
                <a:lnTo>
                  <a:pt x="8896" y="17935"/>
                </a:lnTo>
                <a:lnTo>
                  <a:pt x="1299" y="13916"/>
                </a:lnTo>
                <a:cubicBezTo>
                  <a:pt x="1196" y="13862"/>
                  <a:pt x="1133" y="13753"/>
                  <a:pt x="1133" y="13638"/>
                </a:cubicBezTo>
                <a:lnTo>
                  <a:pt x="1133" y="6150"/>
                </a:lnTo>
                <a:close/>
                <a:moveTo>
                  <a:pt x="18190" y="6132"/>
                </a:moveTo>
                <a:lnTo>
                  <a:pt x="18190" y="13629"/>
                </a:lnTo>
                <a:cubicBezTo>
                  <a:pt x="18193" y="13744"/>
                  <a:pt x="18126" y="13853"/>
                  <a:pt x="18021" y="13907"/>
                </a:cubicBezTo>
                <a:lnTo>
                  <a:pt x="10028" y="17953"/>
                </a:lnTo>
                <a:lnTo>
                  <a:pt x="10028" y="10217"/>
                </a:lnTo>
                <a:lnTo>
                  <a:pt x="13730" y="8363"/>
                </a:lnTo>
                <a:lnTo>
                  <a:pt x="13730" y="10281"/>
                </a:lnTo>
                <a:cubicBezTo>
                  <a:pt x="13730" y="10592"/>
                  <a:pt x="13984" y="10845"/>
                  <a:pt x="14298" y="10845"/>
                </a:cubicBezTo>
                <a:cubicBezTo>
                  <a:pt x="14609" y="10845"/>
                  <a:pt x="14862" y="10592"/>
                  <a:pt x="14862" y="10281"/>
                </a:cubicBezTo>
                <a:lnTo>
                  <a:pt x="14862" y="7796"/>
                </a:lnTo>
                <a:lnTo>
                  <a:pt x="18190" y="6132"/>
                </a:lnTo>
                <a:close/>
                <a:moveTo>
                  <a:pt x="9473" y="0"/>
                </a:moveTo>
                <a:cubicBezTo>
                  <a:pt x="9238" y="0"/>
                  <a:pt x="9003" y="58"/>
                  <a:pt x="8790" y="172"/>
                </a:cubicBezTo>
                <a:lnTo>
                  <a:pt x="765" y="4468"/>
                </a:lnTo>
                <a:cubicBezTo>
                  <a:pt x="294" y="4719"/>
                  <a:pt x="1" y="5208"/>
                  <a:pt x="1" y="5739"/>
                </a:cubicBezTo>
                <a:lnTo>
                  <a:pt x="1" y="13638"/>
                </a:lnTo>
                <a:cubicBezTo>
                  <a:pt x="1" y="14173"/>
                  <a:pt x="297" y="14665"/>
                  <a:pt x="771" y="14913"/>
                </a:cubicBezTo>
                <a:lnTo>
                  <a:pt x="8796" y="19164"/>
                </a:lnTo>
                <a:cubicBezTo>
                  <a:pt x="9008" y="19275"/>
                  <a:pt x="9240" y="19331"/>
                  <a:pt x="9473" y="19331"/>
                </a:cubicBezTo>
                <a:cubicBezTo>
                  <a:pt x="9696" y="19331"/>
                  <a:pt x="9919" y="19279"/>
                  <a:pt x="10125" y="19176"/>
                </a:cubicBezTo>
                <a:lnTo>
                  <a:pt x="18534" y="14916"/>
                </a:lnTo>
                <a:cubicBezTo>
                  <a:pt x="19020" y="14671"/>
                  <a:pt x="19325" y="14173"/>
                  <a:pt x="19325" y="13629"/>
                </a:cubicBezTo>
                <a:lnTo>
                  <a:pt x="19325" y="5752"/>
                </a:lnTo>
                <a:cubicBezTo>
                  <a:pt x="19325" y="5208"/>
                  <a:pt x="19023" y="4713"/>
                  <a:pt x="18537" y="4465"/>
                </a:cubicBezTo>
                <a:lnTo>
                  <a:pt x="10131" y="160"/>
                </a:lnTo>
                <a:cubicBezTo>
                  <a:pt x="9924" y="53"/>
                  <a:pt x="9698" y="0"/>
                  <a:pt x="9473" y="0"/>
                </a:cubicBezTo>
                <a:close/>
              </a:path>
            </a:pathLst>
          </a:custGeom>
          <a:solidFill>
            <a:srgbClr val="325D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25D79"/>
              </a:solidFill>
            </a:endParaRPr>
          </a:p>
        </p:txBody>
      </p:sp>
      <p:cxnSp>
        <p:nvCxnSpPr>
          <p:cNvPr id="339" name="Google Shape;339;p35"/>
          <p:cNvCxnSpPr/>
          <p:nvPr/>
        </p:nvCxnSpPr>
        <p:spPr>
          <a:xfrm>
            <a:off x="2374375" y="1658525"/>
            <a:ext cx="1814100" cy="0"/>
          </a:xfrm>
          <a:prstGeom prst="straightConnector1">
            <a:avLst/>
          </a:prstGeom>
          <a:noFill/>
          <a:ln cap="flat" cmpd="sng" w="19050">
            <a:solidFill>
              <a:srgbClr val="325D7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35"/>
          <p:cNvCxnSpPr/>
          <p:nvPr/>
        </p:nvCxnSpPr>
        <p:spPr>
          <a:xfrm>
            <a:off x="2383725" y="3487650"/>
            <a:ext cx="1814100" cy="0"/>
          </a:xfrm>
          <a:prstGeom prst="straightConnector1">
            <a:avLst/>
          </a:prstGeom>
          <a:noFill/>
          <a:ln cap="flat" cmpd="sng" w="19050">
            <a:solidFill>
              <a:srgbClr val="325D7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" name="Google Shape;341;p35"/>
          <p:cNvSpPr txBox="1"/>
          <p:nvPr/>
        </p:nvSpPr>
        <p:spPr>
          <a:xfrm>
            <a:off x="2493513" y="3497150"/>
            <a:ext cx="71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325D79"/>
                </a:solidFill>
                <a:latin typeface="Raleway"/>
                <a:ea typeface="Raleway"/>
                <a:cs typeface="Raleway"/>
                <a:sym typeface="Raleway"/>
              </a:rPr>
              <a:t>Customer</a:t>
            </a:r>
            <a:endParaRPr b="1" sz="800">
              <a:solidFill>
                <a:srgbClr val="325D7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42" name="Google Shape;342;p35"/>
          <p:cNvSpPr txBox="1"/>
          <p:nvPr/>
        </p:nvSpPr>
        <p:spPr>
          <a:xfrm>
            <a:off x="3423800" y="3487650"/>
            <a:ext cx="66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325D79"/>
                </a:solidFill>
                <a:latin typeface="Raleway"/>
                <a:ea typeface="Raleway"/>
                <a:cs typeface="Raleway"/>
                <a:sym typeface="Raleway"/>
              </a:rPr>
              <a:t>Category</a:t>
            </a:r>
            <a:endParaRPr b="1" sz="800">
              <a:solidFill>
                <a:srgbClr val="325D7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43" name="Google Shape;343;p35"/>
          <p:cNvSpPr txBox="1"/>
          <p:nvPr/>
        </p:nvSpPr>
        <p:spPr>
          <a:xfrm>
            <a:off x="3234000" y="3695025"/>
            <a:ext cx="1013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Rev $</a:t>
            </a: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1,050.0 </a:t>
            </a: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k </a:t>
            </a:r>
            <a:endParaRPr sz="9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Profit $</a:t>
            </a: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103.7 </a:t>
            </a: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k </a:t>
            </a:r>
            <a:b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Margin 10%</a:t>
            </a:r>
            <a:endParaRPr sz="9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44" name="Google Shape;344;p35"/>
          <p:cNvSpPr txBox="1"/>
          <p:nvPr/>
        </p:nvSpPr>
        <p:spPr>
          <a:xfrm>
            <a:off x="2417175" y="3695025"/>
            <a:ext cx="87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Rev $</a:t>
            </a: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6.8</a:t>
            </a: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k </a:t>
            </a:r>
            <a:endParaRPr sz="9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Profit $2.3 k </a:t>
            </a:r>
            <a:b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Margin 33%</a:t>
            </a:r>
            <a:endParaRPr sz="9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45" name="Google Shape;345;p35"/>
          <p:cNvSpPr txBox="1"/>
          <p:nvPr/>
        </p:nvSpPr>
        <p:spPr>
          <a:xfrm>
            <a:off x="6122500" y="1910325"/>
            <a:ext cx="45300" cy="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46" name="Google Shape;346;p35"/>
          <p:cNvSpPr/>
          <p:nvPr/>
        </p:nvSpPr>
        <p:spPr>
          <a:xfrm>
            <a:off x="4646650" y="755100"/>
            <a:ext cx="1813800" cy="363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347" name="Google Shape;347;p35"/>
          <p:cNvCxnSpPr/>
          <p:nvPr/>
        </p:nvCxnSpPr>
        <p:spPr>
          <a:xfrm>
            <a:off x="4655850" y="1225775"/>
            <a:ext cx="1814100" cy="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8" name="Google Shape;348;p35"/>
          <p:cNvSpPr txBox="1"/>
          <p:nvPr/>
        </p:nvSpPr>
        <p:spPr>
          <a:xfrm>
            <a:off x="5084925" y="755100"/>
            <a:ext cx="128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69138"/>
                </a:solidFill>
                <a:latin typeface="Raleway"/>
                <a:ea typeface="Raleway"/>
                <a:cs typeface="Raleway"/>
                <a:sym typeface="Raleway"/>
              </a:rPr>
              <a:t>AG-300</a:t>
            </a:r>
            <a:br>
              <a:rPr b="1" lang="en" sz="1000">
                <a:solidFill>
                  <a:srgbClr val="E69138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" sz="1000">
                <a:solidFill>
                  <a:srgbClr val="E69138"/>
                </a:solidFill>
                <a:latin typeface="Raleway"/>
                <a:ea typeface="Raleway"/>
                <a:cs typeface="Raleway"/>
                <a:sym typeface="Raleway"/>
              </a:rPr>
              <a:t>Discount Driven</a:t>
            </a:r>
            <a:endParaRPr b="1" sz="1000">
              <a:solidFill>
                <a:srgbClr val="E6913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49" name="Google Shape;349;p35"/>
          <p:cNvSpPr txBox="1"/>
          <p:nvPr/>
        </p:nvSpPr>
        <p:spPr>
          <a:xfrm>
            <a:off x="4635813" y="1311400"/>
            <a:ext cx="87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Method:</a:t>
            </a:r>
            <a:r>
              <a:rPr b="1" lang="en" sz="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EASE</a:t>
            </a:r>
            <a:endParaRPr b="1" sz="8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50" name="Google Shape;350;p35"/>
          <p:cNvSpPr txBox="1"/>
          <p:nvPr/>
        </p:nvSpPr>
        <p:spPr>
          <a:xfrm>
            <a:off x="5763725" y="1269600"/>
            <a:ext cx="75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Offer Type</a:t>
            </a:r>
            <a:endParaRPr sz="8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51" name="Google Shape;351;p35"/>
          <p:cNvSpPr txBox="1"/>
          <p:nvPr/>
        </p:nvSpPr>
        <p:spPr>
          <a:xfrm>
            <a:off x="4635813" y="2180888"/>
            <a:ext cx="87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MBA Support:</a:t>
            </a:r>
            <a:endParaRPr sz="8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52" name="Google Shape;352;p35"/>
          <p:cNvSpPr txBox="1"/>
          <p:nvPr/>
        </p:nvSpPr>
        <p:spPr>
          <a:xfrm>
            <a:off x="4765650" y="2375475"/>
            <a:ext cx="140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Accessories</a:t>
            </a: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-&gt; Storage</a:t>
            </a:r>
            <a:endParaRPr sz="9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53" name="Google Shape;353;p35"/>
          <p:cNvSpPr txBox="1"/>
          <p:nvPr/>
        </p:nvSpPr>
        <p:spPr>
          <a:xfrm>
            <a:off x="4655850" y="2613100"/>
            <a:ext cx="1905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Why:</a:t>
            </a:r>
            <a:endParaRPr sz="8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aleway Medium"/>
              <a:buChar char="➢"/>
            </a:pPr>
            <a:r>
              <a:rPr lang="en" sz="8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Recent purchases included a</a:t>
            </a:r>
            <a:r>
              <a:rPr lang="en" sz="8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ccessories</a:t>
            </a:r>
            <a:endParaRPr sz="8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aleway Medium"/>
              <a:buChar char="➢"/>
            </a:pPr>
            <a:r>
              <a:rPr lang="en" sz="8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Storage wasn’t bought in recent 180 days</a:t>
            </a:r>
            <a:endParaRPr>
              <a:solidFill>
                <a:schemeClr val="dk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54" name="Google Shape;354;p35"/>
          <p:cNvSpPr txBox="1"/>
          <p:nvPr/>
        </p:nvSpPr>
        <p:spPr>
          <a:xfrm>
            <a:off x="5695925" y="1392525"/>
            <a:ext cx="82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B6D7A8"/>
                </a:solidFill>
                <a:latin typeface="Raleway"/>
                <a:ea typeface="Raleway"/>
                <a:cs typeface="Raleway"/>
                <a:sym typeface="Raleway"/>
              </a:rPr>
              <a:t>Cross-sell</a:t>
            </a:r>
            <a:endParaRPr b="1" sz="1000">
              <a:solidFill>
                <a:srgbClr val="B6D7A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355" name="Google Shape;355;p35"/>
          <p:cNvCxnSpPr/>
          <p:nvPr/>
        </p:nvCxnSpPr>
        <p:spPr>
          <a:xfrm>
            <a:off x="4646500" y="1658525"/>
            <a:ext cx="1814100" cy="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35"/>
          <p:cNvCxnSpPr/>
          <p:nvPr/>
        </p:nvCxnSpPr>
        <p:spPr>
          <a:xfrm>
            <a:off x="4655850" y="3487650"/>
            <a:ext cx="1814100" cy="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7" name="Google Shape;357;p35"/>
          <p:cNvSpPr txBox="1"/>
          <p:nvPr/>
        </p:nvSpPr>
        <p:spPr>
          <a:xfrm>
            <a:off x="4765638" y="3497150"/>
            <a:ext cx="71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6B26B"/>
                </a:solidFill>
                <a:latin typeface="Raleway"/>
                <a:ea typeface="Raleway"/>
                <a:cs typeface="Raleway"/>
                <a:sym typeface="Raleway"/>
              </a:rPr>
              <a:t>Customer</a:t>
            </a:r>
            <a:endParaRPr b="1" sz="800">
              <a:solidFill>
                <a:srgbClr val="F6B26B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58" name="Google Shape;358;p35"/>
          <p:cNvSpPr txBox="1"/>
          <p:nvPr/>
        </p:nvSpPr>
        <p:spPr>
          <a:xfrm>
            <a:off x="5695925" y="3487650"/>
            <a:ext cx="66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6B26B"/>
                </a:solidFill>
                <a:latin typeface="Raleway"/>
                <a:ea typeface="Raleway"/>
                <a:cs typeface="Raleway"/>
                <a:sym typeface="Raleway"/>
              </a:rPr>
              <a:t>Category</a:t>
            </a:r>
            <a:endParaRPr b="1" sz="800">
              <a:solidFill>
                <a:srgbClr val="F6B26B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59" name="Google Shape;359;p35"/>
          <p:cNvSpPr txBox="1"/>
          <p:nvPr/>
        </p:nvSpPr>
        <p:spPr>
          <a:xfrm>
            <a:off x="4689300" y="3695025"/>
            <a:ext cx="87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Rev $</a:t>
            </a: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1.7 </a:t>
            </a: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k </a:t>
            </a:r>
            <a:endParaRPr sz="9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Profit -$</a:t>
            </a: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1.1 </a:t>
            </a: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 </a:t>
            </a:r>
            <a:b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Margin -63%</a:t>
            </a:r>
            <a:endParaRPr sz="9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60" name="Google Shape;360;p35"/>
          <p:cNvSpPr txBox="1"/>
          <p:nvPr/>
        </p:nvSpPr>
        <p:spPr>
          <a:xfrm>
            <a:off x="8326550" y="1809850"/>
            <a:ext cx="45300" cy="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61" name="Google Shape;361;p35"/>
          <p:cNvSpPr/>
          <p:nvPr/>
        </p:nvSpPr>
        <p:spPr>
          <a:xfrm>
            <a:off x="6870925" y="720375"/>
            <a:ext cx="1813800" cy="363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362" name="Google Shape;362;p35"/>
          <p:cNvCxnSpPr/>
          <p:nvPr/>
        </p:nvCxnSpPr>
        <p:spPr>
          <a:xfrm>
            <a:off x="6880125" y="1191050"/>
            <a:ext cx="1814100" cy="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3" name="Google Shape;363;p35"/>
          <p:cNvSpPr txBox="1"/>
          <p:nvPr/>
        </p:nvSpPr>
        <p:spPr>
          <a:xfrm>
            <a:off x="7309200" y="720375"/>
            <a:ext cx="128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06666"/>
                </a:solidFill>
                <a:latin typeface="Raleway"/>
                <a:ea typeface="Raleway"/>
                <a:cs typeface="Raleway"/>
                <a:sym typeface="Raleway"/>
              </a:rPr>
              <a:t>AB-15</a:t>
            </a:r>
            <a:br>
              <a:rPr b="1" lang="en" sz="1000">
                <a:solidFill>
                  <a:srgbClr val="E06666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" sz="1000">
                <a:solidFill>
                  <a:srgbClr val="E06666"/>
                </a:solidFill>
                <a:latin typeface="Raleway"/>
                <a:ea typeface="Raleway"/>
                <a:cs typeface="Raleway"/>
                <a:sym typeface="Raleway"/>
              </a:rPr>
              <a:t>Churn-Risk</a:t>
            </a:r>
            <a:endParaRPr b="1" sz="1000">
              <a:solidFill>
                <a:srgbClr val="E0666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64" name="Google Shape;364;p35"/>
          <p:cNvSpPr txBox="1"/>
          <p:nvPr/>
        </p:nvSpPr>
        <p:spPr>
          <a:xfrm>
            <a:off x="6860100" y="1248150"/>
            <a:ext cx="1155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Method:</a:t>
            </a:r>
            <a:r>
              <a:rPr b="1" lang="en" sz="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Segment Popularity</a:t>
            </a:r>
            <a:endParaRPr b="1" sz="8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65" name="Google Shape;365;p35"/>
          <p:cNvSpPr txBox="1"/>
          <p:nvPr/>
        </p:nvSpPr>
        <p:spPr>
          <a:xfrm>
            <a:off x="7988000" y="1234875"/>
            <a:ext cx="75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Offer Type</a:t>
            </a:r>
            <a:endParaRPr sz="8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66" name="Google Shape;366;p35"/>
          <p:cNvSpPr txBox="1"/>
          <p:nvPr/>
        </p:nvSpPr>
        <p:spPr>
          <a:xfrm>
            <a:off x="7495250" y="1759788"/>
            <a:ext cx="1126200" cy="323100"/>
          </a:xfrm>
          <a:prstGeom prst="rect">
            <a:avLst/>
          </a:prstGeom>
          <a:noFill/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Recommend: </a:t>
            </a:r>
            <a:r>
              <a:rPr b="1" lang="en" sz="900">
                <a:solidFill>
                  <a:srgbClr val="E06666"/>
                </a:solidFill>
                <a:latin typeface="Raleway"/>
                <a:ea typeface="Raleway"/>
                <a:cs typeface="Raleway"/>
                <a:sym typeface="Raleway"/>
              </a:rPr>
              <a:t>Art</a:t>
            </a:r>
            <a:endParaRPr b="1" sz="900">
              <a:solidFill>
                <a:srgbClr val="E0666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67" name="Google Shape;367;p35"/>
          <p:cNvSpPr txBox="1"/>
          <p:nvPr/>
        </p:nvSpPr>
        <p:spPr>
          <a:xfrm>
            <a:off x="6860088" y="2146163"/>
            <a:ext cx="87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MBA Support:</a:t>
            </a:r>
            <a:endParaRPr sz="8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68" name="Google Shape;368;p35"/>
          <p:cNvSpPr txBox="1"/>
          <p:nvPr/>
        </p:nvSpPr>
        <p:spPr>
          <a:xfrm>
            <a:off x="6989925" y="2340750"/>
            <a:ext cx="140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Envelopes</a:t>
            </a: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-&gt; Art</a:t>
            </a:r>
            <a:endParaRPr sz="9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69" name="Google Shape;369;p35"/>
          <p:cNvSpPr txBox="1"/>
          <p:nvPr/>
        </p:nvSpPr>
        <p:spPr>
          <a:xfrm>
            <a:off x="6880125" y="2578375"/>
            <a:ext cx="1905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Why:</a:t>
            </a:r>
            <a:endParaRPr sz="8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aleway Medium"/>
              <a:buChar char="➢"/>
            </a:pPr>
            <a:r>
              <a:rPr lang="en" sz="8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Recent purchases included envelopes</a:t>
            </a:r>
            <a:endParaRPr sz="8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aleway Medium"/>
              <a:buChar char="➢"/>
            </a:pPr>
            <a:r>
              <a:rPr lang="en" sz="8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Art wasn’t bought in recent 180 days</a:t>
            </a:r>
            <a:endParaRPr>
              <a:solidFill>
                <a:schemeClr val="dk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70" name="Google Shape;370;p35"/>
          <p:cNvSpPr txBox="1"/>
          <p:nvPr/>
        </p:nvSpPr>
        <p:spPr>
          <a:xfrm>
            <a:off x="7920200" y="1357800"/>
            <a:ext cx="82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B6D7A8"/>
                </a:solidFill>
                <a:latin typeface="Raleway"/>
                <a:ea typeface="Raleway"/>
                <a:cs typeface="Raleway"/>
                <a:sym typeface="Raleway"/>
              </a:rPr>
              <a:t>Cross-sell</a:t>
            </a:r>
            <a:endParaRPr b="1" sz="1000">
              <a:solidFill>
                <a:srgbClr val="B6D7A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371" name="Google Shape;371;p35"/>
          <p:cNvCxnSpPr/>
          <p:nvPr/>
        </p:nvCxnSpPr>
        <p:spPr>
          <a:xfrm>
            <a:off x="6870775" y="1623800"/>
            <a:ext cx="1814100" cy="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35"/>
          <p:cNvCxnSpPr/>
          <p:nvPr/>
        </p:nvCxnSpPr>
        <p:spPr>
          <a:xfrm>
            <a:off x="6880125" y="3452925"/>
            <a:ext cx="1814100" cy="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3" name="Google Shape;373;p35"/>
          <p:cNvSpPr txBox="1"/>
          <p:nvPr/>
        </p:nvSpPr>
        <p:spPr>
          <a:xfrm>
            <a:off x="6989913" y="3462425"/>
            <a:ext cx="71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06666"/>
                </a:solidFill>
                <a:latin typeface="Raleway"/>
                <a:ea typeface="Raleway"/>
                <a:cs typeface="Raleway"/>
                <a:sym typeface="Raleway"/>
              </a:rPr>
              <a:t>Customer</a:t>
            </a:r>
            <a:endParaRPr b="1" sz="800">
              <a:solidFill>
                <a:srgbClr val="E0666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74" name="Google Shape;374;p35"/>
          <p:cNvSpPr txBox="1"/>
          <p:nvPr/>
        </p:nvSpPr>
        <p:spPr>
          <a:xfrm>
            <a:off x="7920200" y="3452925"/>
            <a:ext cx="66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06666"/>
                </a:solidFill>
                <a:latin typeface="Raleway"/>
                <a:ea typeface="Raleway"/>
                <a:cs typeface="Raleway"/>
                <a:sym typeface="Raleway"/>
              </a:rPr>
              <a:t>Category</a:t>
            </a:r>
            <a:endParaRPr b="1" sz="800">
              <a:solidFill>
                <a:srgbClr val="E0666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75" name="Google Shape;375;p35"/>
          <p:cNvSpPr txBox="1"/>
          <p:nvPr/>
        </p:nvSpPr>
        <p:spPr>
          <a:xfrm>
            <a:off x="7816700" y="3660300"/>
            <a:ext cx="87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Rev $</a:t>
            </a: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335.1 </a:t>
            </a: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k </a:t>
            </a:r>
            <a:endParaRPr sz="9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Profit $</a:t>
            </a: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51.1 </a:t>
            </a: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k </a:t>
            </a:r>
            <a:b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Margin 15%</a:t>
            </a:r>
            <a:endParaRPr sz="9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76" name="Google Shape;376;p35"/>
          <p:cNvSpPr txBox="1"/>
          <p:nvPr/>
        </p:nvSpPr>
        <p:spPr>
          <a:xfrm>
            <a:off x="6913575" y="3660300"/>
            <a:ext cx="87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Rev $</a:t>
            </a: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4.6 </a:t>
            </a: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k </a:t>
            </a:r>
            <a:endParaRPr sz="9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Profit $1.0 k </a:t>
            </a:r>
            <a:b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Margin 21%</a:t>
            </a:r>
            <a:endParaRPr sz="9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77" name="Google Shape;377;p35"/>
          <p:cNvSpPr/>
          <p:nvPr/>
        </p:nvSpPr>
        <p:spPr>
          <a:xfrm>
            <a:off x="224551" y="1843438"/>
            <a:ext cx="215802" cy="307788"/>
          </a:xfrm>
          <a:custGeom>
            <a:rect b="b" l="l" r="r" t="t"/>
            <a:pathLst>
              <a:path extrusionOk="0" h="11713" w="12004">
                <a:moveTo>
                  <a:pt x="8633" y="2088"/>
                </a:moveTo>
                <a:cubicBezTo>
                  <a:pt x="8900" y="2088"/>
                  <a:pt x="9168" y="2182"/>
                  <a:pt x="9357" y="2371"/>
                </a:cubicBezTo>
                <a:cubicBezTo>
                  <a:pt x="9767" y="2781"/>
                  <a:pt x="9767" y="3442"/>
                  <a:pt x="9357" y="3820"/>
                </a:cubicBezTo>
                <a:lnTo>
                  <a:pt x="8128" y="5018"/>
                </a:lnTo>
                <a:cubicBezTo>
                  <a:pt x="7939" y="4702"/>
                  <a:pt x="7750" y="4419"/>
                  <a:pt x="7498" y="4135"/>
                </a:cubicBezTo>
                <a:cubicBezTo>
                  <a:pt x="7278" y="3915"/>
                  <a:pt x="6994" y="3726"/>
                  <a:pt x="6679" y="3568"/>
                </a:cubicBezTo>
                <a:lnTo>
                  <a:pt x="7908" y="2371"/>
                </a:lnTo>
                <a:cubicBezTo>
                  <a:pt x="8097" y="2182"/>
                  <a:pt x="8365" y="2088"/>
                  <a:pt x="8633" y="2088"/>
                </a:cubicBezTo>
                <a:close/>
                <a:moveTo>
                  <a:pt x="5230" y="5333"/>
                </a:moveTo>
                <a:cubicBezTo>
                  <a:pt x="5514" y="5333"/>
                  <a:pt x="5829" y="5396"/>
                  <a:pt x="6018" y="5648"/>
                </a:cubicBezTo>
                <a:cubicBezTo>
                  <a:pt x="6207" y="5837"/>
                  <a:pt x="6333" y="6120"/>
                  <a:pt x="6333" y="6435"/>
                </a:cubicBezTo>
                <a:cubicBezTo>
                  <a:pt x="6049" y="6435"/>
                  <a:pt x="5766" y="6309"/>
                  <a:pt x="5545" y="6120"/>
                </a:cubicBezTo>
                <a:cubicBezTo>
                  <a:pt x="5356" y="5931"/>
                  <a:pt x="5230" y="5648"/>
                  <a:pt x="5230" y="5333"/>
                </a:cubicBezTo>
                <a:close/>
                <a:moveTo>
                  <a:pt x="8617" y="717"/>
                </a:moveTo>
                <a:cubicBezTo>
                  <a:pt x="9223" y="717"/>
                  <a:pt x="9830" y="953"/>
                  <a:pt x="10302" y="1426"/>
                </a:cubicBezTo>
                <a:cubicBezTo>
                  <a:pt x="11247" y="2340"/>
                  <a:pt x="11247" y="3883"/>
                  <a:pt x="10302" y="4828"/>
                </a:cubicBezTo>
                <a:lnTo>
                  <a:pt x="8381" y="6719"/>
                </a:lnTo>
                <a:cubicBezTo>
                  <a:pt x="8412" y="6404"/>
                  <a:pt x="8412" y="6089"/>
                  <a:pt x="8349" y="5774"/>
                </a:cubicBezTo>
                <a:lnTo>
                  <a:pt x="9798" y="4356"/>
                </a:lnTo>
                <a:cubicBezTo>
                  <a:pt x="10460" y="3663"/>
                  <a:pt x="10460" y="2560"/>
                  <a:pt x="9798" y="1930"/>
                </a:cubicBezTo>
                <a:cubicBezTo>
                  <a:pt x="9467" y="1599"/>
                  <a:pt x="9034" y="1434"/>
                  <a:pt x="8601" y="1434"/>
                </a:cubicBezTo>
                <a:cubicBezTo>
                  <a:pt x="8168" y="1434"/>
                  <a:pt x="7735" y="1599"/>
                  <a:pt x="7404" y="1930"/>
                </a:cubicBezTo>
                <a:cubicBezTo>
                  <a:pt x="7309" y="2025"/>
                  <a:pt x="5356" y="3946"/>
                  <a:pt x="5073" y="4230"/>
                </a:cubicBezTo>
                <a:cubicBezTo>
                  <a:pt x="4411" y="4892"/>
                  <a:pt x="4411" y="5963"/>
                  <a:pt x="5073" y="6624"/>
                </a:cubicBezTo>
                <a:cubicBezTo>
                  <a:pt x="5356" y="6908"/>
                  <a:pt x="5671" y="7065"/>
                  <a:pt x="6049" y="7097"/>
                </a:cubicBezTo>
                <a:lnTo>
                  <a:pt x="5514" y="7664"/>
                </a:lnTo>
                <a:cubicBezTo>
                  <a:pt x="5167" y="7538"/>
                  <a:pt x="4883" y="7349"/>
                  <a:pt x="4600" y="7097"/>
                </a:cubicBezTo>
                <a:cubicBezTo>
                  <a:pt x="3655" y="6152"/>
                  <a:pt x="3655" y="4671"/>
                  <a:pt x="4600" y="3726"/>
                </a:cubicBezTo>
                <a:lnTo>
                  <a:pt x="6931" y="1426"/>
                </a:lnTo>
                <a:cubicBezTo>
                  <a:pt x="7404" y="953"/>
                  <a:pt x="8010" y="717"/>
                  <a:pt x="8617" y="717"/>
                </a:cubicBezTo>
                <a:close/>
                <a:moveTo>
                  <a:pt x="3497" y="6719"/>
                </a:moveTo>
                <a:cubicBezTo>
                  <a:pt x="3655" y="7034"/>
                  <a:pt x="3844" y="7286"/>
                  <a:pt x="4127" y="7569"/>
                </a:cubicBezTo>
                <a:cubicBezTo>
                  <a:pt x="4348" y="7821"/>
                  <a:pt x="4663" y="8042"/>
                  <a:pt x="4978" y="8168"/>
                </a:cubicBezTo>
                <a:lnTo>
                  <a:pt x="3812" y="9334"/>
                </a:lnTo>
                <a:cubicBezTo>
                  <a:pt x="3608" y="9538"/>
                  <a:pt x="3340" y="9641"/>
                  <a:pt x="3076" y="9641"/>
                </a:cubicBezTo>
                <a:cubicBezTo>
                  <a:pt x="2812" y="9641"/>
                  <a:pt x="2552" y="9538"/>
                  <a:pt x="2363" y="9334"/>
                </a:cubicBezTo>
                <a:cubicBezTo>
                  <a:pt x="1954" y="8956"/>
                  <a:pt x="1954" y="8294"/>
                  <a:pt x="2363" y="7884"/>
                </a:cubicBezTo>
                <a:lnTo>
                  <a:pt x="3497" y="6719"/>
                </a:lnTo>
                <a:close/>
                <a:moveTo>
                  <a:pt x="6112" y="4135"/>
                </a:moveTo>
                <a:cubicBezTo>
                  <a:pt x="6396" y="4261"/>
                  <a:pt x="6742" y="4450"/>
                  <a:pt x="6963" y="4702"/>
                </a:cubicBezTo>
                <a:cubicBezTo>
                  <a:pt x="7908" y="5648"/>
                  <a:pt x="7908" y="7128"/>
                  <a:pt x="6963" y="8073"/>
                </a:cubicBezTo>
                <a:lnTo>
                  <a:pt x="4757" y="10342"/>
                </a:lnTo>
                <a:cubicBezTo>
                  <a:pt x="4285" y="10814"/>
                  <a:pt x="3671" y="11051"/>
                  <a:pt x="3056" y="11051"/>
                </a:cubicBezTo>
                <a:cubicBezTo>
                  <a:pt x="2442" y="11051"/>
                  <a:pt x="1828" y="10814"/>
                  <a:pt x="1355" y="10342"/>
                </a:cubicBezTo>
                <a:cubicBezTo>
                  <a:pt x="945" y="9901"/>
                  <a:pt x="662" y="9271"/>
                  <a:pt x="662" y="8641"/>
                </a:cubicBezTo>
                <a:cubicBezTo>
                  <a:pt x="662" y="8010"/>
                  <a:pt x="882" y="7380"/>
                  <a:pt x="1355" y="6939"/>
                </a:cubicBezTo>
                <a:lnTo>
                  <a:pt x="3214" y="5081"/>
                </a:lnTo>
                <a:lnTo>
                  <a:pt x="3214" y="5081"/>
                </a:lnTo>
                <a:cubicBezTo>
                  <a:pt x="3182" y="5396"/>
                  <a:pt x="3214" y="5679"/>
                  <a:pt x="3245" y="5994"/>
                </a:cubicBezTo>
                <a:lnTo>
                  <a:pt x="1828" y="7443"/>
                </a:lnTo>
                <a:cubicBezTo>
                  <a:pt x="1166" y="8105"/>
                  <a:pt x="1166" y="9176"/>
                  <a:pt x="1828" y="9838"/>
                </a:cubicBezTo>
                <a:cubicBezTo>
                  <a:pt x="2174" y="10184"/>
                  <a:pt x="2623" y="10358"/>
                  <a:pt x="3064" y="10358"/>
                </a:cubicBezTo>
                <a:cubicBezTo>
                  <a:pt x="3505" y="10358"/>
                  <a:pt x="3938" y="10184"/>
                  <a:pt x="4253" y="9838"/>
                </a:cubicBezTo>
                <a:lnTo>
                  <a:pt x="6490" y="7569"/>
                </a:lnTo>
                <a:cubicBezTo>
                  <a:pt x="7152" y="6908"/>
                  <a:pt x="7152" y="5837"/>
                  <a:pt x="6490" y="5175"/>
                </a:cubicBezTo>
                <a:cubicBezTo>
                  <a:pt x="6207" y="4892"/>
                  <a:pt x="5892" y="4734"/>
                  <a:pt x="5514" y="4702"/>
                </a:cubicBezTo>
                <a:lnTo>
                  <a:pt x="6112" y="4135"/>
                </a:lnTo>
                <a:close/>
                <a:moveTo>
                  <a:pt x="8585" y="0"/>
                </a:moveTo>
                <a:cubicBezTo>
                  <a:pt x="7798" y="0"/>
                  <a:pt x="7010" y="308"/>
                  <a:pt x="6396" y="922"/>
                </a:cubicBezTo>
                <a:lnTo>
                  <a:pt x="4096" y="3190"/>
                </a:lnTo>
                <a:lnTo>
                  <a:pt x="882" y="6467"/>
                </a:lnTo>
                <a:cubicBezTo>
                  <a:pt x="315" y="7065"/>
                  <a:pt x="0" y="7821"/>
                  <a:pt x="0" y="8641"/>
                </a:cubicBezTo>
                <a:cubicBezTo>
                  <a:pt x="0" y="9460"/>
                  <a:pt x="315" y="10247"/>
                  <a:pt x="882" y="10814"/>
                </a:cubicBezTo>
                <a:cubicBezTo>
                  <a:pt x="1497" y="11413"/>
                  <a:pt x="2284" y="11712"/>
                  <a:pt x="3072" y="11712"/>
                </a:cubicBezTo>
                <a:cubicBezTo>
                  <a:pt x="3860" y="11712"/>
                  <a:pt x="4647" y="11413"/>
                  <a:pt x="5262" y="10814"/>
                </a:cubicBezTo>
                <a:cubicBezTo>
                  <a:pt x="8034" y="8010"/>
                  <a:pt x="6837" y="9145"/>
                  <a:pt x="10775" y="5301"/>
                </a:cubicBezTo>
                <a:cubicBezTo>
                  <a:pt x="12004" y="4072"/>
                  <a:pt x="12004" y="2151"/>
                  <a:pt x="10775" y="922"/>
                </a:cubicBezTo>
                <a:cubicBezTo>
                  <a:pt x="10161" y="308"/>
                  <a:pt x="9373" y="0"/>
                  <a:pt x="858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5"/>
          <p:cNvSpPr/>
          <p:nvPr/>
        </p:nvSpPr>
        <p:spPr>
          <a:xfrm>
            <a:off x="2632260" y="791625"/>
            <a:ext cx="353174" cy="348513"/>
          </a:xfrm>
          <a:custGeom>
            <a:rect b="b" l="l" r="r" t="t"/>
            <a:pathLst>
              <a:path extrusionOk="0" h="11815" w="11973">
                <a:moveTo>
                  <a:pt x="5986" y="631"/>
                </a:moveTo>
                <a:cubicBezTo>
                  <a:pt x="6396" y="631"/>
                  <a:pt x="6711" y="946"/>
                  <a:pt x="6711" y="1324"/>
                </a:cubicBezTo>
                <a:cubicBezTo>
                  <a:pt x="6711" y="1733"/>
                  <a:pt x="6396" y="2048"/>
                  <a:pt x="5986" y="2048"/>
                </a:cubicBezTo>
                <a:cubicBezTo>
                  <a:pt x="5608" y="2048"/>
                  <a:pt x="5293" y="1733"/>
                  <a:pt x="5293" y="1324"/>
                </a:cubicBezTo>
                <a:cubicBezTo>
                  <a:pt x="5293" y="946"/>
                  <a:pt x="5608" y="631"/>
                  <a:pt x="5986" y="631"/>
                </a:cubicBezTo>
                <a:close/>
                <a:moveTo>
                  <a:pt x="5986" y="2710"/>
                </a:moveTo>
                <a:cubicBezTo>
                  <a:pt x="6931" y="2710"/>
                  <a:pt x="7719" y="3498"/>
                  <a:pt x="7719" y="4443"/>
                </a:cubicBezTo>
                <a:lnTo>
                  <a:pt x="7719" y="4789"/>
                </a:lnTo>
                <a:lnTo>
                  <a:pt x="4253" y="4789"/>
                </a:lnTo>
                <a:lnTo>
                  <a:pt x="4253" y="4443"/>
                </a:lnTo>
                <a:cubicBezTo>
                  <a:pt x="4253" y="3498"/>
                  <a:pt x="5041" y="2710"/>
                  <a:pt x="5986" y="2710"/>
                </a:cubicBezTo>
                <a:close/>
                <a:moveTo>
                  <a:pt x="3245" y="6900"/>
                </a:moveTo>
                <a:cubicBezTo>
                  <a:pt x="3623" y="6900"/>
                  <a:pt x="3938" y="7215"/>
                  <a:pt x="3938" y="7593"/>
                </a:cubicBezTo>
                <a:cubicBezTo>
                  <a:pt x="3938" y="8003"/>
                  <a:pt x="3623" y="8318"/>
                  <a:pt x="3245" y="8318"/>
                </a:cubicBezTo>
                <a:cubicBezTo>
                  <a:pt x="2836" y="8255"/>
                  <a:pt x="2521" y="7940"/>
                  <a:pt x="2521" y="7593"/>
                </a:cubicBezTo>
                <a:cubicBezTo>
                  <a:pt x="2521" y="7215"/>
                  <a:pt x="2836" y="6900"/>
                  <a:pt x="3245" y="6900"/>
                </a:cubicBezTo>
                <a:close/>
                <a:moveTo>
                  <a:pt x="8759" y="6900"/>
                </a:moveTo>
                <a:cubicBezTo>
                  <a:pt x="9137" y="6900"/>
                  <a:pt x="9452" y="7215"/>
                  <a:pt x="9452" y="7593"/>
                </a:cubicBezTo>
                <a:cubicBezTo>
                  <a:pt x="9452" y="8003"/>
                  <a:pt x="9137" y="8318"/>
                  <a:pt x="8759" y="8318"/>
                </a:cubicBezTo>
                <a:cubicBezTo>
                  <a:pt x="8349" y="8318"/>
                  <a:pt x="8034" y="7940"/>
                  <a:pt x="8034" y="7593"/>
                </a:cubicBezTo>
                <a:cubicBezTo>
                  <a:pt x="8034" y="7215"/>
                  <a:pt x="8349" y="6900"/>
                  <a:pt x="8759" y="6900"/>
                </a:cubicBezTo>
                <a:close/>
                <a:moveTo>
                  <a:pt x="10365" y="5545"/>
                </a:moveTo>
                <a:cubicBezTo>
                  <a:pt x="10523" y="5545"/>
                  <a:pt x="10680" y="5672"/>
                  <a:pt x="10712" y="5829"/>
                </a:cubicBezTo>
                <a:lnTo>
                  <a:pt x="11216" y="8570"/>
                </a:lnTo>
                <a:cubicBezTo>
                  <a:pt x="11247" y="8790"/>
                  <a:pt x="11027" y="8980"/>
                  <a:pt x="10838" y="8980"/>
                </a:cubicBezTo>
                <a:lnTo>
                  <a:pt x="10460" y="8980"/>
                </a:lnTo>
                <a:cubicBezTo>
                  <a:pt x="10239" y="8790"/>
                  <a:pt x="10019" y="8633"/>
                  <a:pt x="9767" y="8507"/>
                </a:cubicBezTo>
                <a:cubicBezTo>
                  <a:pt x="10019" y="8255"/>
                  <a:pt x="10145" y="7940"/>
                  <a:pt x="10145" y="7562"/>
                </a:cubicBezTo>
                <a:cubicBezTo>
                  <a:pt x="10145" y="6806"/>
                  <a:pt x="9515" y="6176"/>
                  <a:pt x="8759" y="6176"/>
                </a:cubicBezTo>
                <a:cubicBezTo>
                  <a:pt x="8002" y="6176"/>
                  <a:pt x="7372" y="6806"/>
                  <a:pt x="7372" y="7562"/>
                </a:cubicBezTo>
                <a:cubicBezTo>
                  <a:pt x="7372" y="7908"/>
                  <a:pt x="7498" y="8223"/>
                  <a:pt x="7719" y="8507"/>
                </a:cubicBezTo>
                <a:cubicBezTo>
                  <a:pt x="7498" y="8633"/>
                  <a:pt x="7246" y="8790"/>
                  <a:pt x="7057" y="8980"/>
                </a:cubicBezTo>
                <a:lnTo>
                  <a:pt x="4883" y="8980"/>
                </a:lnTo>
                <a:cubicBezTo>
                  <a:pt x="4694" y="8790"/>
                  <a:pt x="4442" y="8633"/>
                  <a:pt x="4222" y="8507"/>
                </a:cubicBezTo>
                <a:cubicBezTo>
                  <a:pt x="4474" y="8255"/>
                  <a:pt x="4568" y="7940"/>
                  <a:pt x="4568" y="7562"/>
                </a:cubicBezTo>
                <a:cubicBezTo>
                  <a:pt x="4568" y="6806"/>
                  <a:pt x="3938" y="6176"/>
                  <a:pt x="3214" y="6176"/>
                </a:cubicBezTo>
                <a:cubicBezTo>
                  <a:pt x="2458" y="6176"/>
                  <a:pt x="1828" y="6806"/>
                  <a:pt x="1828" y="7562"/>
                </a:cubicBezTo>
                <a:cubicBezTo>
                  <a:pt x="1828" y="7908"/>
                  <a:pt x="1954" y="8223"/>
                  <a:pt x="2174" y="8507"/>
                </a:cubicBezTo>
                <a:cubicBezTo>
                  <a:pt x="1922" y="8633"/>
                  <a:pt x="1701" y="8790"/>
                  <a:pt x="1512" y="8980"/>
                </a:cubicBezTo>
                <a:lnTo>
                  <a:pt x="1103" y="8980"/>
                </a:lnTo>
                <a:cubicBezTo>
                  <a:pt x="882" y="8980"/>
                  <a:pt x="725" y="8790"/>
                  <a:pt x="756" y="8570"/>
                </a:cubicBezTo>
                <a:lnTo>
                  <a:pt x="1260" y="5829"/>
                </a:lnTo>
                <a:cubicBezTo>
                  <a:pt x="1323" y="5672"/>
                  <a:pt x="1418" y="5545"/>
                  <a:pt x="1638" y="5545"/>
                </a:cubicBezTo>
                <a:close/>
                <a:moveTo>
                  <a:pt x="3214" y="8948"/>
                </a:moveTo>
                <a:cubicBezTo>
                  <a:pt x="4127" y="8948"/>
                  <a:pt x="4915" y="9736"/>
                  <a:pt x="4915" y="10712"/>
                </a:cubicBezTo>
                <a:lnTo>
                  <a:pt x="4915" y="11059"/>
                </a:lnTo>
                <a:lnTo>
                  <a:pt x="1481" y="11059"/>
                </a:lnTo>
                <a:lnTo>
                  <a:pt x="1481" y="10712"/>
                </a:lnTo>
                <a:cubicBezTo>
                  <a:pt x="1481" y="9736"/>
                  <a:pt x="2269" y="8948"/>
                  <a:pt x="3214" y="8948"/>
                </a:cubicBezTo>
                <a:close/>
                <a:moveTo>
                  <a:pt x="8759" y="8948"/>
                </a:moveTo>
                <a:cubicBezTo>
                  <a:pt x="9704" y="8948"/>
                  <a:pt x="10491" y="9736"/>
                  <a:pt x="10491" y="10712"/>
                </a:cubicBezTo>
                <a:lnTo>
                  <a:pt x="10491" y="11059"/>
                </a:lnTo>
                <a:lnTo>
                  <a:pt x="7026" y="11059"/>
                </a:lnTo>
                <a:lnTo>
                  <a:pt x="7026" y="10712"/>
                </a:lnTo>
                <a:cubicBezTo>
                  <a:pt x="7026" y="9736"/>
                  <a:pt x="7813" y="8948"/>
                  <a:pt x="8759" y="8948"/>
                </a:cubicBezTo>
                <a:close/>
                <a:moveTo>
                  <a:pt x="5986" y="1"/>
                </a:moveTo>
                <a:cubicBezTo>
                  <a:pt x="5262" y="1"/>
                  <a:pt x="4631" y="631"/>
                  <a:pt x="4631" y="1387"/>
                </a:cubicBezTo>
                <a:cubicBezTo>
                  <a:pt x="4631" y="1733"/>
                  <a:pt x="4726" y="2048"/>
                  <a:pt x="4978" y="2269"/>
                </a:cubicBezTo>
                <a:cubicBezTo>
                  <a:pt x="4127" y="2679"/>
                  <a:pt x="3592" y="3498"/>
                  <a:pt x="3592" y="4474"/>
                </a:cubicBezTo>
                <a:lnTo>
                  <a:pt x="3592" y="4852"/>
                </a:lnTo>
                <a:lnTo>
                  <a:pt x="1670" y="4852"/>
                </a:lnTo>
                <a:cubicBezTo>
                  <a:pt x="1166" y="4852"/>
                  <a:pt x="725" y="5199"/>
                  <a:pt x="630" y="5703"/>
                </a:cubicBezTo>
                <a:lnTo>
                  <a:pt x="126" y="8475"/>
                </a:lnTo>
                <a:cubicBezTo>
                  <a:pt x="0" y="9043"/>
                  <a:pt x="473" y="9610"/>
                  <a:pt x="1071" y="9673"/>
                </a:cubicBezTo>
                <a:cubicBezTo>
                  <a:pt x="914" y="9988"/>
                  <a:pt x="819" y="10366"/>
                  <a:pt x="819" y="10744"/>
                </a:cubicBezTo>
                <a:lnTo>
                  <a:pt x="819" y="11468"/>
                </a:lnTo>
                <a:cubicBezTo>
                  <a:pt x="819" y="11657"/>
                  <a:pt x="977" y="11815"/>
                  <a:pt x="1197" y="11815"/>
                </a:cubicBezTo>
                <a:lnTo>
                  <a:pt x="5356" y="11815"/>
                </a:lnTo>
                <a:cubicBezTo>
                  <a:pt x="5545" y="11815"/>
                  <a:pt x="5703" y="11657"/>
                  <a:pt x="5703" y="11468"/>
                </a:cubicBezTo>
                <a:lnTo>
                  <a:pt x="5703" y="10744"/>
                </a:lnTo>
                <a:cubicBezTo>
                  <a:pt x="5703" y="10366"/>
                  <a:pt x="5640" y="9988"/>
                  <a:pt x="5482" y="9673"/>
                </a:cubicBezTo>
                <a:lnTo>
                  <a:pt x="6648" y="9673"/>
                </a:lnTo>
                <a:cubicBezTo>
                  <a:pt x="6490" y="9988"/>
                  <a:pt x="6427" y="10366"/>
                  <a:pt x="6427" y="10744"/>
                </a:cubicBezTo>
                <a:lnTo>
                  <a:pt x="6427" y="11468"/>
                </a:lnTo>
                <a:cubicBezTo>
                  <a:pt x="6427" y="11657"/>
                  <a:pt x="6585" y="11815"/>
                  <a:pt x="6774" y="11815"/>
                </a:cubicBezTo>
                <a:lnTo>
                  <a:pt x="10838" y="11815"/>
                </a:lnTo>
                <a:cubicBezTo>
                  <a:pt x="11027" y="11815"/>
                  <a:pt x="11184" y="11657"/>
                  <a:pt x="11184" y="11468"/>
                </a:cubicBezTo>
                <a:lnTo>
                  <a:pt x="11184" y="10744"/>
                </a:lnTo>
                <a:cubicBezTo>
                  <a:pt x="11184" y="10366"/>
                  <a:pt x="11121" y="9988"/>
                  <a:pt x="10964" y="9673"/>
                </a:cubicBezTo>
                <a:cubicBezTo>
                  <a:pt x="11563" y="9610"/>
                  <a:pt x="11972" y="9043"/>
                  <a:pt x="11878" y="8475"/>
                </a:cubicBezTo>
                <a:lnTo>
                  <a:pt x="11342" y="5703"/>
                </a:lnTo>
                <a:cubicBezTo>
                  <a:pt x="11279" y="5199"/>
                  <a:pt x="10838" y="4852"/>
                  <a:pt x="10334" y="4852"/>
                </a:cubicBezTo>
                <a:lnTo>
                  <a:pt x="8412" y="4852"/>
                </a:lnTo>
                <a:lnTo>
                  <a:pt x="8412" y="4474"/>
                </a:lnTo>
                <a:cubicBezTo>
                  <a:pt x="8412" y="3498"/>
                  <a:pt x="7845" y="2679"/>
                  <a:pt x="7026" y="2269"/>
                </a:cubicBezTo>
                <a:cubicBezTo>
                  <a:pt x="7246" y="2048"/>
                  <a:pt x="7372" y="1733"/>
                  <a:pt x="7372" y="1387"/>
                </a:cubicBezTo>
                <a:cubicBezTo>
                  <a:pt x="7372" y="631"/>
                  <a:pt x="6742" y="1"/>
                  <a:pt x="5986" y="1"/>
                </a:cubicBezTo>
                <a:close/>
              </a:path>
            </a:pathLst>
          </a:custGeom>
          <a:solidFill>
            <a:srgbClr val="325D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9" name="Google Shape;379;p35"/>
          <p:cNvGrpSpPr/>
          <p:nvPr/>
        </p:nvGrpSpPr>
        <p:grpSpPr>
          <a:xfrm>
            <a:off x="4820021" y="820675"/>
            <a:ext cx="363522" cy="361266"/>
            <a:chOff x="-61354075" y="1940500"/>
            <a:chExt cx="314275" cy="312325"/>
          </a:xfrm>
        </p:grpSpPr>
        <p:sp>
          <p:nvSpPr>
            <p:cNvPr id="380" name="Google Shape;380;p35"/>
            <p:cNvSpPr/>
            <p:nvPr/>
          </p:nvSpPr>
          <p:spPr>
            <a:xfrm>
              <a:off x="-61354075" y="1940500"/>
              <a:ext cx="314275" cy="312325"/>
            </a:xfrm>
            <a:custGeom>
              <a:rect b="b" l="l" r="r" t="t"/>
              <a:pathLst>
                <a:path extrusionOk="0" h="12493" w="12571">
                  <a:moveTo>
                    <a:pt x="6270" y="1001"/>
                  </a:moveTo>
                  <a:lnTo>
                    <a:pt x="7687" y="2419"/>
                  </a:lnTo>
                  <a:cubicBezTo>
                    <a:pt x="7750" y="2482"/>
                    <a:pt x="7876" y="2513"/>
                    <a:pt x="7971" y="2513"/>
                  </a:cubicBezTo>
                  <a:lnTo>
                    <a:pt x="9956" y="2513"/>
                  </a:lnTo>
                  <a:lnTo>
                    <a:pt x="9956" y="4529"/>
                  </a:lnTo>
                  <a:cubicBezTo>
                    <a:pt x="9956" y="4655"/>
                    <a:pt x="10019" y="4718"/>
                    <a:pt x="10082" y="4813"/>
                  </a:cubicBezTo>
                  <a:lnTo>
                    <a:pt x="11499" y="6231"/>
                  </a:lnTo>
                  <a:lnTo>
                    <a:pt x="10082" y="7648"/>
                  </a:lnTo>
                  <a:cubicBezTo>
                    <a:pt x="10019" y="7711"/>
                    <a:pt x="9956" y="7837"/>
                    <a:pt x="9956" y="7900"/>
                  </a:cubicBezTo>
                  <a:lnTo>
                    <a:pt x="9956" y="9917"/>
                  </a:lnTo>
                  <a:lnTo>
                    <a:pt x="7971" y="9917"/>
                  </a:lnTo>
                  <a:cubicBezTo>
                    <a:pt x="7845" y="9917"/>
                    <a:pt x="7750" y="9948"/>
                    <a:pt x="7687" y="10043"/>
                  </a:cubicBezTo>
                  <a:lnTo>
                    <a:pt x="6270" y="11460"/>
                  </a:lnTo>
                  <a:lnTo>
                    <a:pt x="4852" y="10043"/>
                  </a:lnTo>
                  <a:cubicBezTo>
                    <a:pt x="4757" y="9948"/>
                    <a:pt x="4631" y="9917"/>
                    <a:pt x="4568" y="9917"/>
                  </a:cubicBezTo>
                  <a:lnTo>
                    <a:pt x="2552" y="9917"/>
                  </a:lnTo>
                  <a:lnTo>
                    <a:pt x="2552" y="7900"/>
                  </a:lnTo>
                  <a:cubicBezTo>
                    <a:pt x="2552" y="7806"/>
                    <a:pt x="2521" y="7711"/>
                    <a:pt x="2426" y="7648"/>
                  </a:cubicBezTo>
                  <a:lnTo>
                    <a:pt x="1008" y="6231"/>
                  </a:lnTo>
                  <a:lnTo>
                    <a:pt x="2426" y="4813"/>
                  </a:lnTo>
                  <a:cubicBezTo>
                    <a:pt x="2521" y="4718"/>
                    <a:pt x="2552" y="4624"/>
                    <a:pt x="2552" y="4529"/>
                  </a:cubicBezTo>
                  <a:lnTo>
                    <a:pt x="2552" y="2513"/>
                  </a:lnTo>
                  <a:lnTo>
                    <a:pt x="4568" y="2513"/>
                  </a:lnTo>
                  <a:cubicBezTo>
                    <a:pt x="4694" y="2513"/>
                    <a:pt x="4757" y="2482"/>
                    <a:pt x="4852" y="2419"/>
                  </a:cubicBezTo>
                  <a:lnTo>
                    <a:pt x="6270" y="1001"/>
                  </a:lnTo>
                  <a:close/>
                  <a:moveTo>
                    <a:pt x="6285" y="1"/>
                  </a:moveTo>
                  <a:cubicBezTo>
                    <a:pt x="6175" y="1"/>
                    <a:pt x="6065" y="40"/>
                    <a:pt x="5986" y="119"/>
                  </a:cubicBezTo>
                  <a:lnTo>
                    <a:pt x="4411" y="1694"/>
                  </a:lnTo>
                  <a:lnTo>
                    <a:pt x="2174" y="1694"/>
                  </a:lnTo>
                  <a:cubicBezTo>
                    <a:pt x="1922" y="1694"/>
                    <a:pt x="1733" y="1883"/>
                    <a:pt x="1733" y="2135"/>
                  </a:cubicBezTo>
                  <a:lnTo>
                    <a:pt x="1733" y="4372"/>
                  </a:lnTo>
                  <a:lnTo>
                    <a:pt x="158" y="5947"/>
                  </a:lnTo>
                  <a:cubicBezTo>
                    <a:pt x="0" y="6105"/>
                    <a:pt x="0" y="6388"/>
                    <a:pt x="158" y="6546"/>
                  </a:cubicBezTo>
                  <a:lnTo>
                    <a:pt x="1733" y="8121"/>
                  </a:lnTo>
                  <a:lnTo>
                    <a:pt x="1733" y="10358"/>
                  </a:lnTo>
                  <a:cubicBezTo>
                    <a:pt x="1733" y="10578"/>
                    <a:pt x="1922" y="10736"/>
                    <a:pt x="2174" y="10736"/>
                  </a:cubicBezTo>
                  <a:lnTo>
                    <a:pt x="4411" y="10736"/>
                  </a:lnTo>
                  <a:lnTo>
                    <a:pt x="5986" y="12374"/>
                  </a:lnTo>
                  <a:cubicBezTo>
                    <a:pt x="6065" y="12453"/>
                    <a:pt x="6175" y="12492"/>
                    <a:pt x="6285" y="12492"/>
                  </a:cubicBezTo>
                  <a:cubicBezTo>
                    <a:pt x="6396" y="12492"/>
                    <a:pt x="6506" y="12453"/>
                    <a:pt x="6585" y="12374"/>
                  </a:cubicBezTo>
                  <a:lnTo>
                    <a:pt x="8160" y="10736"/>
                  </a:lnTo>
                  <a:lnTo>
                    <a:pt x="10397" y="10736"/>
                  </a:lnTo>
                  <a:cubicBezTo>
                    <a:pt x="10617" y="10736"/>
                    <a:pt x="10775" y="10547"/>
                    <a:pt x="10775" y="10358"/>
                  </a:cubicBezTo>
                  <a:lnTo>
                    <a:pt x="10775" y="8121"/>
                  </a:lnTo>
                  <a:lnTo>
                    <a:pt x="12413" y="6546"/>
                  </a:lnTo>
                  <a:cubicBezTo>
                    <a:pt x="12571" y="6388"/>
                    <a:pt x="12571" y="6105"/>
                    <a:pt x="12413" y="5947"/>
                  </a:cubicBezTo>
                  <a:lnTo>
                    <a:pt x="10775" y="4372"/>
                  </a:lnTo>
                  <a:lnTo>
                    <a:pt x="10775" y="2135"/>
                  </a:lnTo>
                  <a:cubicBezTo>
                    <a:pt x="10775" y="1883"/>
                    <a:pt x="10586" y="1694"/>
                    <a:pt x="10397" y="1694"/>
                  </a:cubicBezTo>
                  <a:lnTo>
                    <a:pt x="8160" y="1694"/>
                  </a:lnTo>
                  <a:lnTo>
                    <a:pt x="6585" y="119"/>
                  </a:lnTo>
                  <a:cubicBezTo>
                    <a:pt x="6506" y="40"/>
                    <a:pt x="6396" y="1"/>
                    <a:pt x="6285" y="1"/>
                  </a:cubicBez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5"/>
            <p:cNvSpPr/>
            <p:nvPr/>
          </p:nvSpPr>
          <p:spPr>
            <a:xfrm>
              <a:off x="-61268225" y="2024575"/>
              <a:ext cx="60650" cy="61475"/>
            </a:xfrm>
            <a:custGeom>
              <a:rect b="b" l="l" r="r" t="t"/>
              <a:pathLst>
                <a:path extrusionOk="0" h="2459" w="2426">
                  <a:moveTo>
                    <a:pt x="1197" y="820"/>
                  </a:moveTo>
                  <a:cubicBezTo>
                    <a:pt x="1449" y="820"/>
                    <a:pt x="1607" y="1009"/>
                    <a:pt x="1607" y="1261"/>
                  </a:cubicBezTo>
                  <a:cubicBezTo>
                    <a:pt x="1607" y="1481"/>
                    <a:pt x="1418" y="1639"/>
                    <a:pt x="1197" y="1639"/>
                  </a:cubicBezTo>
                  <a:cubicBezTo>
                    <a:pt x="1008" y="1639"/>
                    <a:pt x="819" y="1450"/>
                    <a:pt x="819" y="1261"/>
                  </a:cubicBezTo>
                  <a:cubicBezTo>
                    <a:pt x="788" y="977"/>
                    <a:pt x="977" y="820"/>
                    <a:pt x="1197" y="820"/>
                  </a:cubicBezTo>
                  <a:close/>
                  <a:moveTo>
                    <a:pt x="1197" y="1"/>
                  </a:moveTo>
                  <a:cubicBezTo>
                    <a:pt x="536" y="1"/>
                    <a:pt x="0" y="536"/>
                    <a:pt x="0" y="1261"/>
                  </a:cubicBezTo>
                  <a:cubicBezTo>
                    <a:pt x="0" y="1954"/>
                    <a:pt x="504" y="2458"/>
                    <a:pt x="1197" y="2458"/>
                  </a:cubicBezTo>
                  <a:cubicBezTo>
                    <a:pt x="1890" y="2458"/>
                    <a:pt x="2426" y="1922"/>
                    <a:pt x="2426" y="1261"/>
                  </a:cubicBezTo>
                  <a:cubicBezTo>
                    <a:pt x="2426" y="568"/>
                    <a:pt x="1890" y="1"/>
                    <a:pt x="1197" y="1"/>
                  </a:cubicBez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5"/>
            <p:cNvSpPr/>
            <p:nvPr/>
          </p:nvSpPr>
          <p:spPr>
            <a:xfrm>
              <a:off x="-61187100" y="2107275"/>
              <a:ext cx="61450" cy="61475"/>
            </a:xfrm>
            <a:custGeom>
              <a:rect b="b" l="l" r="r" t="t"/>
              <a:pathLst>
                <a:path extrusionOk="0" h="2459" w="2458">
                  <a:moveTo>
                    <a:pt x="1229" y="788"/>
                  </a:moveTo>
                  <a:cubicBezTo>
                    <a:pt x="1512" y="820"/>
                    <a:pt x="1670" y="977"/>
                    <a:pt x="1670" y="1198"/>
                  </a:cubicBezTo>
                  <a:cubicBezTo>
                    <a:pt x="1670" y="1450"/>
                    <a:pt x="1481" y="1639"/>
                    <a:pt x="1229" y="1639"/>
                  </a:cubicBezTo>
                  <a:cubicBezTo>
                    <a:pt x="1008" y="1639"/>
                    <a:pt x="851" y="1450"/>
                    <a:pt x="851" y="1198"/>
                  </a:cubicBezTo>
                  <a:cubicBezTo>
                    <a:pt x="851" y="977"/>
                    <a:pt x="1040" y="788"/>
                    <a:pt x="1229" y="788"/>
                  </a:cubicBezTo>
                  <a:close/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cubicBezTo>
                    <a:pt x="0" y="1891"/>
                    <a:pt x="567" y="2458"/>
                    <a:pt x="1229" y="2458"/>
                  </a:cubicBezTo>
                  <a:cubicBezTo>
                    <a:pt x="1922" y="2458"/>
                    <a:pt x="2458" y="1922"/>
                    <a:pt x="2458" y="1198"/>
                  </a:cubicBezTo>
                  <a:cubicBezTo>
                    <a:pt x="2458" y="536"/>
                    <a:pt x="1922" y="1"/>
                    <a:pt x="1229" y="1"/>
                  </a:cubicBez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5"/>
            <p:cNvSpPr/>
            <p:nvPr/>
          </p:nvSpPr>
          <p:spPr>
            <a:xfrm>
              <a:off x="-61250125" y="2044475"/>
              <a:ext cx="105575" cy="103600"/>
            </a:xfrm>
            <a:custGeom>
              <a:rect b="b" l="l" r="r" t="t"/>
              <a:pathLst>
                <a:path extrusionOk="0" h="4144" w="4223">
                  <a:moveTo>
                    <a:pt x="3766" y="0"/>
                  </a:moveTo>
                  <a:cubicBezTo>
                    <a:pt x="3655" y="0"/>
                    <a:pt x="3545" y="40"/>
                    <a:pt x="3466" y="118"/>
                  </a:cubicBezTo>
                  <a:lnTo>
                    <a:pt x="158" y="3426"/>
                  </a:lnTo>
                  <a:cubicBezTo>
                    <a:pt x="1" y="3615"/>
                    <a:pt x="1" y="3836"/>
                    <a:pt x="158" y="4025"/>
                  </a:cubicBezTo>
                  <a:cubicBezTo>
                    <a:pt x="237" y="4104"/>
                    <a:pt x="347" y="4143"/>
                    <a:pt x="458" y="4143"/>
                  </a:cubicBezTo>
                  <a:cubicBezTo>
                    <a:pt x="568" y="4143"/>
                    <a:pt x="678" y="4104"/>
                    <a:pt x="757" y="4025"/>
                  </a:cubicBezTo>
                  <a:lnTo>
                    <a:pt x="4065" y="717"/>
                  </a:lnTo>
                  <a:cubicBezTo>
                    <a:pt x="4222" y="559"/>
                    <a:pt x="4222" y="276"/>
                    <a:pt x="4065" y="118"/>
                  </a:cubicBezTo>
                  <a:cubicBezTo>
                    <a:pt x="3986" y="40"/>
                    <a:pt x="3876" y="0"/>
                    <a:pt x="3766" y="0"/>
                  </a:cubicBez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4" name="Google Shape;384;p35"/>
          <p:cNvGrpSpPr/>
          <p:nvPr/>
        </p:nvGrpSpPr>
        <p:grpSpPr>
          <a:xfrm>
            <a:off x="7130243" y="798687"/>
            <a:ext cx="330007" cy="302744"/>
            <a:chOff x="6239575" y="4416275"/>
            <a:chExt cx="489625" cy="449175"/>
          </a:xfrm>
        </p:grpSpPr>
        <p:sp>
          <p:nvSpPr>
            <p:cNvPr id="385" name="Google Shape;385;p35"/>
            <p:cNvSpPr/>
            <p:nvPr/>
          </p:nvSpPr>
          <p:spPr>
            <a:xfrm>
              <a:off x="6239575" y="4416275"/>
              <a:ext cx="489625" cy="449175"/>
            </a:xfrm>
            <a:custGeom>
              <a:rect b="b" l="l" r="r" t="t"/>
              <a:pathLst>
                <a:path extrusionOk="0" h="17967" w="19585">
                  <a:moveTo>
                    <a:pt x="9792" y="1132"/>
                  </a:moveTo>
                  <a:cubicBezTo>
                    <a:pt x="10374" y="1132"/>
                    <a:pt x="10955" y="1424"/>
                    <a:pt x="11278" y="2009"/>
                  </a:cubicBezTo>
                  <a:lnTo>
                    <a:pt x="18111" y="14313"/>
                  </a:lnTo>
                  <a:cubicBezTo>
                    <a:pt x="18404" y="14838"/>
                    <a:pt x="18395" y="15481"/>
                    <a:pt x="18087" y="15998"/>
                  </a:cubicBezTo>
                  <a:cubicBezTo>
                    <a:pt x="17786" y="16518"/>
                    <a:pt x="17232" y="16834"/>
                    <a:pt x="16634" y="16834"/>
                  </a:cubicBezTo>
                  <a:cubicBezTo>
                    <a:pt x="16631" y="16834"/>
                    <a:pt x="16628" y="16834"/>
                    <a:pt x="16625" y="16834"/>
                  </a:cubicBezTo>
                  <a:lnTo>
                    <a:pt x="2962" y="16834"/>
                  </a:lnTo>
                  <a:cubicBezTo>
                    <a:pt x="1667" y="16834"/>
                    <a:pt x="849" y="15445"/>
                    <a:pt x="1474" y="14313"/>
                  </a:cubicBezTo>
                  <a:lnTo>
                    <a:pt x="8307" y="2009"/>
                  </a:lnTo>
                  <a:cubicBezTo>
                    <a:pt x="8630" y="1424"/>
                    <a:pt x="9211" y="1132"/>
                    <a:pt x="9792" y="1132"/>
                  </a:cubicBezTo>
                  <a:close/>
                  <a:moveTo>
                    <a:pt x="9792" y="1"/>
                  </a:moveTo>
                  <a:cubicBezTo>
                    <a:pt x="8763" y="1"/>
                    <a:pt x="7815" y="559"/>
                    <a:pt x="7317" y="1462"/>
                  </a:cubicBezTo>
                  <a:lnTo>
                    <a:pt x="483" y="13766"/>
                  </a:lnTo>
                  <a:cubicBezTo>
                    <a:pt x="0" y="14642"/>
                    <a:pt x="15" y="15711"/>
                    <a:pt x="523" y="16574"/>
                  </a:cubicBezTo>
                  <a:cubicBezTo>
                    <a:pt x="1033" y="17435"/>
                    <a:pt x="1960" y="17966"/>
                    <a:pt x="2962" y="17966"/>
                  </a:cubicBezTo>
                  <a:lnTo>
                    <a:pt x="16625" y="17966"/>
                  </a:lnTo>
                  <a:cubicBezTo>
                    <a:pt x="17625" y="17966"/>
                    <a:pt x="18555" y="17435"/>
                    <a:pt x="19062" y="16574"/>
                  </a:cubicBezTo>
                  <a:cubicBezTo>
                    <a:pt x="19572" y="15711"/>
                    <a:pt x="19585" y="14642"/>
                    <a:pt x="19101" y="13766"/>
                  </a:cubicBezTo>
                  <a:lnTo>
                    <a:pt x="12271" y="1462"/>
                  </a:lnTo>
                  <a:cubicBezTo>
                    <a:pt x="11770" y="559"/>
                    <a:pt x="10822" y="1"/>
                    <a:pt x="9792" y="1"/>
                  </a:cubicBezTo>
                  <a:close/>
                </a:path>
              </a:pathLst>
            </a:custGeom>
            <a:solidFill>
              <a:srgbClr val="E0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6" name="Google Shape;386;p35"/>
            <p:cNvSpPr/>
            <p:nvPr/>
          </p:nvSpPr>
          <p:spPr>
            <a:xfrm>
              <a:off x="6438550" y="4723875"/>
              <a:ext cx="88350" cy="84950"/>
            </a:xfrm>
            <a:custGeom>
              <a:rect b="b" l="l" r="r" t="t"/>
              <a:pathLst>
                <a:path extrusionOk="0" h="3398" w="3534">
                  <a:moveTo>
                    <a:pt x="1830" y="1132"/>
                  </a:moveTo>
                  <a:cubicBezTo>
                    <a:pt x="2122" y="1132"/>
                    <a:pt x="2401" y="1358"/>
                    <a:pt x="2401" y="1701"/>
                  </a:cubicBezTo>
                  <a:cubicBezTo>
                    <a:pt x="2401" y="2012"/>
                    <a:pt x="2147" y="2266"/>
                    <a:pt x="1833" y="2266"/>
                  </a:cubicBezTo>
                  <a:cubicBezTo>
                    <a:pt x="1329" y="2266"/>
                    <a:pt x="1076" y="1656"/>
                    <a:pt x="1432" y="1299"/>
                  </a:cubicBezTo>
                  <a:cubicBezTo>
                    <a:pt x="1548" y="1184"/>
                    <a:pt x="1691" y="1132"/>
                    <a:pt x="1830" y="1132"/>
                  </a:cubicBezTo>
                  <a:close/>
                  <a:moveTo>
                    <a:pt x="1833" y="1"/>
                  </a:moveTo>
                  <a:cubicBezTo>
                    <a:pt x="1145" y="1"/>
                    <a:pt x="526" y="415"/>
                    <a:pt x="263" y="1049"/>
                  </a:cubicBezTo>
                  <a:cubicBezTo>
                    <a:pt x="1" y="1683"/>
                    <a:pt x="146" y="2414"/>
                    <a:pt x="632" y="2900"/>
                  </a:cubicBezTo>
                  <a:cubicBezTo>
                    <a:pt x="957" y="3225"/>
                    <a:pt x="1391" y="3397"/>
                    <a:pt x="1833" y="3397"/>
                  </a:cubicBezTo>
                  <a:cubicBezTo>
                    <a:pt x="2052" y="3397"/>
                    <a:pt x="2273" y="3355"/>
                    <a:pt x="2483" y="3268"/>
                  </a:cubicBezTo>
                  <a:cubicBezTo>
                    <a:pt x="3117" y="3005"/>
                    <a:pt x="3533" y="2386"/>
                    <a:pt x="3533" y="1701"/>
                  </a:cubicBezTo>
                  <a:cubicBezTo>
                    <a:pt x="3530" y="762"/>
                    <a:pt x="2772" y="1"/>
                    <a:pt x="1833" y="1"/>
                  </a:cubicBezTo>
                  <a:close/>
                </a:path>
              </a:pathLst>
            </a:custGeom>
            <a:solidFill>
              <a:srgbClr val="E0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7" name="Google Shape;387;p35"/>
            <p:cNvSpPr/>
            <p:nvPr/>
          </p:nvSpPr>
          <p:spPr>
            <a:xfrm>
              <a:off x="6441950" y="4497425"/>
              <a:ext cx="84950" cy="198250"/>
            </a:xfrm>
            <a:custGeom>
              <a:rect b="b" l="l" r="r" t="t"/>
              <a:pathLst>
                <a:path extrusionOk="0" h="7930" w="3398">
                  <a:moveTo>
                    <a:pt x="1697" y="1133"/>
                  </a:moveTo>
                  <a:cubicBezTo>
                    <a:pt x="2011" y="1133"/>
                    <a:pt x="2265" y="1387"/>
                    <a:pt x="2265" y="1701"/>
                  </a:cubicBezTo>
                  <a:lnTo>
                    <a:pt x="2265" y="6230"/>
                  </a:lnTo>
                  <a:cubicBezTo>
                    <a:pt x="2265" y="6544"/>
                    <a:pt x="2011" y="6797"/>
                    <a:pt x="1697" y="6797"/>
                  </a:cubicBezTo>
                  <a:cubicBezTo>
                    <a:pt x="1383" y="6797"/>
                    <a:pt x="1133" y="6544"/>
                    <a:pt x="1133" y="6230"/>
                  </a:cubicBezTo>
                  <a:lnTo>
                    <a:pt x="1133" y="1701"/>
                  </a:lnTo>
                  <a:cubicBezTo>
                    <a:pt x="1133" y="1387"/>
                    <a:pt x="1383" y="1133"/>
                    <a:pt x="1697" y="1133"/>
                  </a:cubicBezTo>
                  <a:close/>
                  <a:moveTo>
                    <a:pt x="1697" y="1"/>
                  </a:moveTo>
                  <a:cubicBezTo>
                    <a:pt x="758" y="1"/>
                    <a:pt x="1" y="762"/>
                    <a:pt x="1" y="1701"/>
                  </a:cubicBezTo>
                  <a:lnTo>
                    <a:pt x="1" y="6233"/>
                  </a:lnTo>
                  <a:cubicBezTo>
                    <a:pt x="1" y="7169"/>
                    <a:pt x="758" y="7930"/>
                    <a:pt x="1697" y="7930"/>
                  </a:cubicBezTo>
                  <a:cubicBezTo>
                    <a:pt x="2636" y="7930"/>
                    <a:pt x="3397" y="7169"/>
                    <a:pt x="3397" y="6233"/>
                  </a:cubicBezTo>
                  <a:lnTo>
                    <a:pt x="3397" y="1701"/>
                  </a:lnTo>
                  <a:cubicBezTo>
                    <a:pt x="3397" y="762"/>
                    <a:pt x="2636" y="1"/>
                    <a:pt x="1697" y="1"/>
                  </a:cubicBezTo>
                  <a:close/>
                </a:path>
              </a:pathLst>
            </a:custGeom>
            <a:solidFill>
              <a:srgbClr val="E0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388" name="Google Shape;388;p35"/>
          <p:cNvSpPr txBox="1"/>
          <p:nvPr/>
        </p:nvSpPr>
        <p:spPr>
          <a:xfrm>
            <a:off x="5016825" y="1835788"/>
            <a:ext cx="1407600" cy="323100"/>
          </a:xfrm>
          <a:prstGeom prst="rect">
            <a:avLst/>
          </a:prstGeom>
          <a:noFill/>
          <a:ln cap="flat" cmpd="sng" w="9525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Recommend: </a:t>
            </a:r>
            <a:r>
              <a:rPr b="1" lang="en" sz="900">
                <a:solidFill>
                  <a:srgbClr val="F6B26B"/>
                </a:solidFill>
                <a:latin typeface="Raleway"/>
                <a:ea typeface="Raleway"/>
                <a:cs typeface="Raleway"/>
                <a:sym typeface="Raleway"/>
              </a:rPr>
              <a:t>Storage</a:t>
            </a:r>
            <a:endParaRPr b="1" sz="900">
              <a:solidFill>
                <a:srgbClr val="F6B26B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89" name="Google Shape;389;p35"/>
          <p:cNvSpPr/>
          <p:nvPr/>
        </p:nvSpPr>
        <p:spPr>
          <a:xfrm>
            <a:off x="4677405" y="1850293"/>
            <a:ext cx="293997" cy="294073"/>
          </a:xfrm>
          <a:custGeom>
            <a:rect b="b" l="l" r="r" t="t"/>
            <a:pathLst>
              <a:path extrusionOk="0" h="19331" w="19326">
                <a:moveTo>
                  <a:pt x="9470" y="1131"/>
                </a:moveTo>
                <a:cubicBezTo>
                  <a:pt x="9519" y="1131"/>
                  <a:pt x="9569" y="1143"/>
                  <a:pt x="9615" y="1165"/>
                </a:cubicBezTo>
                <a:lnTo>
                  <a:pt x="17504" y="5208"/>
                </a:lnTo>
                <a:lnTo>
                  <a:pt x="14283" y="6820"/>
                </a:lnTo>
                <a:lnTo>
                  <a:pt x="6360" y="2756"/>
                </a:lnTo>
                <a:lnTo>
                  <a:pt x="9325" y="1168"/>
                </a:lnTo>
                <a:cubicBezTo>
                  <a:pt x="9369" y="1143"/>
                  <a:pt x="9419" y="1131"/>
                  <a:pt x="9470" y="1131"/>
                </a:cubicBezTo>
                <a:close/>
                <a:moveTo>
                  <a:pt x="5149" y="3405"/>
                </a:moveTo>
                <a:lnTo>
                  <a:pt x="13027" y="7448"/>
                </a:lnTo>
                <a:lnTo>
                  <a:pt x="9467" y="9230"/>
                </a:lnTo>
                <a:lnTo>
                  <a:pt x="1779" y="5208"/>
                </a:lnTo>
                <a:lnTo>
                  <a:pt x="5149" y="3405"/>
                </a:lnTo>
                <a:close/>
                <a:moveTo>
                  <a:pt x="1133" y="6150"/>
                </a:moveTo>
                <a:lnTo>
                  <a:pt x="8896" y="10208"/>
                </a:lnTo>
                <a:lnTo>
                  <a:pt x="8896" y="17935"/>
                </a:lnTo>
                <a:lnTo>
                  <a:pt x="1299" y="13916"/>
                </a:lnTo>
                <a:cubicBezTo>
                  <a:pt x="1196" y="13862"/>
                  <a:pt x="1133" y="13753"/>
                  <a:pt x="1133" y="13638"/>
                </a:cubicBezTo>
                <a:lnTo>
                  <a:pt x="1133" y="6150"/>
                </a:lnTo>
                <a:close/>
                <a:moveTo>
                  <a:pt x="18190" y="6132"/>
                </a:moveTo>
                <a:lnTo>
                  <a:pt x="18190" y="13629"/>
                </a:lnTo>
                <a:cubicBezTo>
                  <a:pt x="18193" y="13744"/>
                  <a:pt x="18126" y="13853"/>
                  <a:pt x="18021" y="13907"/>
                </a:cubicBezTo>
                <a:lnTo>
                  <a:pt x="10028" y="17953"/>
                </a:lnTo>
                <a:lnTo>
                  <a:pt x="10028" y="10217"/>
                </a:lnTo>
                <a:lnTo>
                  <a:pt x="13730" y="8363"/>
                </a:lnTo>
                <a:lnTo>
                  <a:pt x="13730" y="10281"/>
                </a:lnTo>
                <a:cubicBezTo>
                  <a:pt x="13730" y="10592"/>
                  <a:pt x="13984" y="10845"/>
                  <a:pt x="14298" y="10845"/>
                </a:cubicBezTo>
                <a:cubicBezTo>
                  <a:pt x="14609" y="10845"/>
                  <a:pt x="14862" y="10592"/>
                  <a:pt x="14862" y="10281"/>
                </a:cubicBezTo>
                <a:lnTo>
                  <a:pt x="14862" y="7796"/>
                </a:lnTo>
                <a:lnTo>
                  <a:pt x="18190" y="6132"/>
                </a:lnTo>
                <a:close/>
                <a:moveTo>
                  <a:pt x="9473" y="0"/>
                </a:moveTo>
                <a:cubicBezTo>
                  <a:pt x="9238" y="0"/>
                  <a:pt x="9003" y="58"/>
                  <a:pt x="8790" y="172"/>
                </a:cubicBezTo>
                <a:lnTo>
                  <a:pt x="765" y="4468"/>
                </a:lnTo>
                <a:cubicBezTo>
                  <a:pt x="294" y="4719"/>
                  <a:pt x="1" y="5208"/>
                  <a:pt x="1" y="5739"/>
                </a:cubicBezTo>
                <a:lnTo>
                  <a:pt x="1" y="13638"/>
                </a:lnTo>
                <a:cubicBezTo>
                  <a:pt x="1" y="14173"/>
                  <a:pt x="297" y="14665"/>
                  <a:pt x="771" y="14913"/>
                </a:cubicBezTo>
                <a:lnTo>
                  <a:pt x="8796" y="19164"/>
                </a:lnTo>
                <a:cubicBezTo>
                  <a:pt x="9008" y="19275"/>
                  <a:pt x="9240" y="19331"/>
                  <a:pt x="9473" y="19331"/>
                </a:cubicBezTo>
                <a:cubicBezTo>
                  <a:pt x="9696" y="19331"/>
                  <a:pt x="9919" y="19279"/>
                  <a:pt x="10125" y="19176"/>
                </a:cubicBezTo>
                <a:lnTo>
                  <a:pt x="18534" y="14916"/>
                </a:lnTo>
                <a:cubicBezTo>
                  <a:pt x="19020" y="14671"/>
                  <a:pt x="19325" y="14173"/>
                  <a:pt x="19325" y="13629"/>
                </a:cubicBezTo>
                <a:lnTo>
                  <a:pt x="19325" y="5752"/>
                </a:lnTo>
                <a:cubicBezTo>
                  <a:pt x="19325" y="5208"/>
                  <a:pt x="19023" y="4713"/>
                  <a:pt x="18537" y="4465"/>
                </a:cubicBezTo>
                <a:lnTo>
                  <a:pt x="10131" y="160"/>
                </a:lnTo>
                <a:cubicBezTo>
                  <a:pt x="9924" y="53"/>
                  <a:pt x="9698" y="0"/>
                  <a:pt x="9473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25D79"/>
              </a:solidFill>
            </a:endParaRPr>
          </a:p>
        </p:txBody>
      </p:sp>
      <p:grpSp>
        <p:nvGrpSpPr>
          <p:cNvPr id="390" name="Google Shape;390;p35"/>
          <p:cNvGrpSpPr/>
          <p:nvPr/>
        </p:nvGrpSpPr>
        <p:grpSpPr>
          <a:xfrm>
            <a:off x="4686820" y="2448783"/>
            <a:ext cx="156547" cy="176494"/>
            <a:chOff x="3299850" y="238575"/>
            <a:chExt cx="427725" cy="482225"/>
          </a:xfrm>
        </p:grpSpPr>
        <p:sp>
          <p:nvSpPr>
            <p:cNvPr id="391" name="Google Shape;391;p35"/>
            <p:cNvSpPr/>
            <p:nvPr/>
          </p:nvSpPr>
          <p:spPr>
            <a:xfrm>
              <a:off x="3299850" y="323500"/>
              <a:ext cx="427725" cy="397300"/>
            </a:xfrm>
            <a:custGeom>
              <a:rect b="b" l="l" r="r" t="t"/>
              <a:pathLst>
                <a:path extrusionOk="0" h="15892" w="17109">
                  <a:moveTo>
                    <a:pt x="3397" y="6794"/>
                  </a:moveTo>
                  <a:lnTo>
                    <a:pt x="3397" y="14759"/>
                  </a:lnTo>
                  <a:lnTo>
                    <a:pt x="1132" y="14759"/>
                  </a:lnTo>
                  <a:lnTo>
                    <a:pt x="1132" y="6794"/>
                  </a:lnTo>
                  <a:close/>
                  <a:moveTo>
                    <a:pt x="9034" y="1132"/>
                  </a:moveTo>
                  <a:cubicBezTo>
                    <a:pt x="9683" y="1175"/>
                    <a:pt x="10191" y="1712"/>
                    <a:pt x="10191" y="2364"/>
                  </a:cubicBezTo>
                  <a:cubicBezTo>
                    <a:pt x="10191" y="3346"/>
                    <a:pt x="9774" y="5275"/>
                    <a:pt x="9221" y="5828"/>
                  </a:cubicBezTo>
                  <a:cubicBezTo>
                    <a:pt x="8865" y="6184"/>
                    <a:pt x="9119" y="6794"/>
                    <a:pt x="9623" y="6794"/>
                  </a:cubicBezTo>
                  <a:lnTo>
                    <a:pt x="15285" y="6794"/>
                  </a:lnTo>
                  <a:cubicBezTo>
                    <a:pt x="15599" y="6794"/>
                    <a:pt x="15849" y="7047"/>
                    <a:pt x="15849" y="7361"/>
                  </a:cubicBezTo>
                  <a:cubicBezTo>
                    <a:pt x="15849" y="7672"/>
                    <a:pt x="15599" y="7926"/>
                    <a:pt x="15285" y="7926"/>
                  </a:cubicBezTo>
                  <a:lnTo>
                    <a:pt x="11888" y="7926"/>
                  </a:lnTo>
                  <a:cubicBezTo>
                    <a:pt x="11574" y="7926"/>
                    <a:pt x="11323" y="8180"/>
                    <a:pt x="11323" y="8494"/>
                  </a:cubicBezTo>
                  <a:cubicBezTo>
                    <a:pt x="11323" y="8805"/>
                    <a:pt x="11574" y="9058"/>
                    <a:pt x="11888" y="9058"/>
                  </a:cubicBezTo>
                  <a:lnTo>
                    <a:pt x="15285" y="9058"/>
                  </a:lnTo>
                  <a:cubicBezTo>
                    <a:pt x="15586" y="9058"/>
                    <a:pt x="15852" y="9342"/>
                    <a:pt x="15852" y="9662"/>
                  </a:cubicBezTo>
                  <a:cubicBezTo>
                    <a:pt x="15852" y="9976"/>
                    <a:pt x="15599" y="10230"/>
                    <a:pt x="15285" y="10230"/>
                  </a:cubicBezTo>
                  <a:lnTo>
                    <a:pt x="11888" y="10230"/>
                  </a:lnTo>
                  <a:cubicBezTo>
                    <a:pt x="11574" y="10230"/>
                    <a:pt x="11323" y="10484"/>
                    <a:pt x="11323" y="10795"/>
                  </a:cubicBezTo>
                  <a:cubicBezTo>
                    <a:pt x="11323" y="11109"/>
                    <a:pt x="11574" y="11362"/>
                    <a:pt x="11888" y="11362"/>
                  </a:cubicBezTo>
                  <a:lnTo>
                    <a:pt x="14152" y="11362"/>
                  </a:lnTo>
                  <a:cubicBezTo>
                    <a:pt x="14466" y="11362"/>
                    <a:pt x="14717" y="11616"/>
                    <a:pt x="14717" y="11927"/>
                  </a:cubicBezTo>
                  <a:cubicBezTo>
                    <a:pt x="14717" y="12241"/>
                    <a:pt x="14466" y="12494"/>
                    <a:pt x="14152" y="12494"/>
                  </a:cubicBezTo>
                  <a:lnTo>
                    <a:pt x="11888" y="12494"/>
                  </a:lnTo>
                  <a:cubicBezTo>
                    <a:pt x="11574" y="12494"/>
                    <a:pt x="11323" y="12748"/>
                    <a:pt x="11323" y="13059"/>
                  </a:cubicBezTo>
                  <a:cubicBezTo>
                    <a:pt x="11323" y="13373"/>
                    <a:pt x="11574" y="13627"/>
                    <a:pt x="11888" y="13627"/>
                  </a:cubicBezTo>
                  <a:lnTo>
                    <a:pt x="13020" y="13627"/>
                  </a:lnTo>
                  <a:cubicBezTo>
                    <a:pt x="13334" y="13627"/>
                    <a:pt x="13585" y="13880"/>
                    <a:pt x="13585" y="14191"/>
                  </a:cubicBezTo>
                  <a:cubicBezTo>
                    <a:pt x="13585" y="14505"/>
                    <a:pt x="13334" y="14759"/>
                    <a:pt x="13020" y="14759"/>
                  </a:cubicBezTo>
                  <a:lnTo>
                    <a:pt x="9197" y="14759"/>
                  </a:lnTo>
                  <a:cubicBezTo>
                    <a:pt x="8041" y="14759"/>
                    <a:pt x="6890" y="14572"/>
                    <a:pt x="5794" y="14207"/>
                  </a:cubicBezTo>
                  <a:lnTo>
                    <a:pt x="4529" y="13784"/>
                  </a:lnTo>
                  <a:lnTo>
                    <a:pt x="4529" y="7712"/>
                  </a:lnTo>
                  <a:lnTo>
                    <a:pt x="5686" y="7132"/>
                  </a:lnTo>
                  <a:cubicBezTo>
                    <a:pt x="6265" y="6842"/>
                    <a:pt x="6797" y="6459"/>
                    <a:pt x="7253" y="6003"/>
                  </a:cubicBezTo>
                  <a:lnTo>
                    <a:pt x="7289" y="5963"/>
                  </a:lnTo>
                  <a:cubicBezTo>
                    <a:pt x="8352" y="4901"/>
                    <a:pt x="8917" y="2654"/>
                    <a:pt x="9034" y="1132"/>
                  </a:cubicBezTo>
                  <a:close/>
                  <a:moveTo>
                    <a:pt x="8491" y="0"/>
                  </a:moveTo>
                  <a:cubicBezTo>
                    <a:pt x="8177" y="0"/>
                    <a:pt x="7926" y="254"/>
                    <a:pt x="7926" y="568"/>
                  </a:cubicBezTo>
                  <a:cubicBezTo>
                    <a:pt x="7926" y="1887"/>
                    <a:pt x="7380" y="4276"/>
                    <a:pt x="6492" y="5166"/>
                  </a:cubicBezTo>
                  <a:lnTo>
                    <a:pt x="6456" y="5203"/>
                  </a:lnTo>
                  <a:cubicBezTo>
                    <a:pt x="6081" y="5574"/>
                    <a:pt x="5652" y="5885"/>
                    <a:pt x="5181" y="6120"/>
                  </a:cubicBezTo>
                  <a:lnTo>
                    <a:pt x="4529" y="6444"/>
                  </a:lnTo>
                  <a:lnTo>
                    <a:pt x="4529" y="6229"/>
                  </a:lnTo>
                  <a:cubicBezTo>
                    <a:pt x="4529" y="5915"/>
                    <a:pt x="4276" y="5661"/>
                    <a:pt x="3962" y="5661"/>
                  </a:cubicBezTo>
                  <a:lnTo>
                    <a:pt x="565" y="5661"/>
                  </a:lnTo>
                  <a:cubicBezTo>
                    <a:pt x="251" y="5661"/>
                    <a:pt x="0" y="5915"/>
                    <a:pt x="0" y="6229"/>
                  </a:cubicBezTo>
                  <a:lnTo>
                    <a:pt x="0" y="15324"/>
                  </a:lnTo>
                  <a:cubicBezTo>
                    <a:pt x="0" y="15638"/>
                    <a:pt x="251" y="15891"/>
                    <a:pt x="565" y="15891"/>
                  </a:cubicBezTo>
                  <a:lnTo>
                    <a:pt x="3962" y="15891"/>
                  </a:lnTo>
                  <a:cubicBezTo>
                    <a:pt x="4276" y="15891"/>
                    <a:pt x="4529" y="15638"/>
                    <a:pt x="4529" y="15324"/>
                  </a:cubicBezTo>
                  <a:lnTo>
                    <a:pt x="4529" y="14976"/>
                  </a:lnTo>
                  <a:lnTo>
                    <a:pt x="5435" y="15278"/>
                  </a:lnTo>
                  <a:cubicBezTo>
                    <a:pt x="6649" y="15683"/>
                    <a:pt x="7917" y="15888"/>
                    <a:pt x="9197" y="15888"/>
                  </a:cubicBezTo>
                  <a:lnTo>
                    <a:pt x="13020" y="15888"/>
                  </a:lnTo>
                  <a:cubicBezTo>
                    <a:pt x="14219" y="15888"/>
                    <a:pt x="15040" y="14681"/>
                    <a:pt x="14599" y="13566"/>
                  </a:cubicBezTo>
                  <a:cubicBezTo>
                    <a:pt x="15577" y="13298"/>
                    <a:pt x="16106" y="12241"/>
                    <a:pt x="15731" y="11302"/>
                  </a:cubicBezTo>
                  <a:cubicBezTo>
                    <a:pt x="16468" y="11100"/>
                    <a:pt x="16981" y="10429"/>
                    <a:pt x="16984" y="9662"/>
                  </a:cubicBezTo>
                  <a:cubicBezTo>
                    <a:pt x="16981" y="9233"/>
                    <a:pt x="16824" y="8823"/>
                    <a:pt x="16541" y="8503"/>
                  </a:cubicBezTo>
                  <a:cubicBezTo>
                    <a:pt x="16994" y="8005"/>
                    <a:pt x="17108" y="7289"/>
                    <a:pt x="16837" y="6673"/>
                  </a:cubicBezTo>
                  <a:cubicBezTo>
                    <a:pt x="16565" y="6060"/>
                    <a:pt x="15958" y="5661"/>
                    <a:pt x="15285" y="5661"/>
                  </a:cubicBezTo>
                  <a:lnTo>
                    <a:pt x="10635" y="5661"/>
                  </a:lnTo>
                  <a:cubicBezTo>
                    <a:pt x="11109" y="4577"/>
                    <a:pt x="11323" y="3104"/>
                    <a:pt x="11323" y="2364"/>
                  </a:cubicBezTo>
                  <a:cubicBezTo>
                    <a:pt x="11320" y="1060"/>
                    <a:pt x="10263" y="3"/>
                    <a:pt x="8959" y="0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28">
                <a:solidFill>
                  <a:srgbClr val="435D74"/>
                </a:solidFill>
              </a:endParaRPr>
            </a:p>
          </p:txBody>
        </p:sp>
        <p:sp>
          <p:nvSpPr>
            <p:cNvPr id="392" name="Google Shape;392;p35"/>
            <p:cNvSpPr/>
            <p:nvPr/>
          </p:nvSpPr>
          <p:spPr>
            <a:xfrm>
              <a:off x="3467650" y="238575"/>
              <a:ext cx="46525" cy="56650"/>
            </a:xfrm>
            <a:custGeom>
              <a:rect b="b" l="l" r="r" t="t"/>
              <a:pathLst>
                <a:path extrusionOk="0" h="2266" w="1861">
                  <a:moveTo>
                    <a:pt x="646" y="1"/>
                  </a:moveTo>
                  <a:cubicBezTo>
                    <a:pt x="561" y="1"/>
                    <a:pt x="475" y="20"/>
                    <a:pt x="393" y="61"/>
                  </a:cubicBezTo>
                  <a:cubicBezTo>
                    <a:pt x="112" y="199"/>
                    <a:pt x="0" y="541"/>
                    <a:pt x="139" y="821"/>
                  </a:cubicBezTo>
                  <a:lnTo>
                    <a:pt x="707" y="1954"/>
                  </a:lnTo>
                  <a:cubicBezTo>
                    <a:pt x="805" y="2150"/>
                    <a:pt x="1005" y="2265"/>
                    <a:pt x="1212" y="2265"/>
                  </a:cubicBezTo>
                  <a:cubicBezTo>
                    <a:pt x="1297" y="2265"/>
                    <a:pt x="1384" y="2246"/>
                    <a:pt x="1465" y="2204"/>
                  </a:cubicBezTo>
                  <a:cubicBezTo>
                    <a:pt x="1746" y="2065"/>
                    <a:pt x="1860" y="1727"/>
                    <a:pt x="1718" y="1446"/>
                  </a:cubicBezTo>
                  <a:lnTo>
                    <a:pt x="1154" y="314"/>
                  </a:lnTo>
                  <a:cubicBezTo>
                    <a:pt x="1053" y="115"/>
                    <a:pt x="854" y="1"/>
                    <a:pt x="646" y="1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28">
                <a:solidFill>
                  <a:srgbClr val="435D74"/>
                </a:solidFill>
              </a:endParaRPr>
            </a:p>
          </p:txBody>
        </p:sp>
        <p:sp>
          <p:nvSpPr>
            <p:cNvPr id="393" name="Google Shape;393;p35"/>
            <p:cNvSpPr/>
            <p:nvPr/>
          </p:nvSpPr>
          <p:spPr>
            <a:xfrm>
              <a:off x="3566675" y="238575"/>
              <a:ext cx="46525" cy="56675"/>
            </a:xfrm>
            <a:custGeom>
              <a:rect b="b" l="l" r="r" t="t"/>
              <a:pathLst>
                <a:path extrusionOk="0" h="2267" w="1861">
                  <a:moveTo>
                    <a:pt x="1215" y="1"/>
                  </a:moveTo>
                  <a:cubicBezTo>
                    <a:pt x="1007" y="1"/>
                    <a:pt x="808" y="115"/>
                    <a:pt x="707" y="314"/>
                  </a:cubicBezTo>
                  <a:lnTo>
                    <a:pt x="143" y="1446"/>
                  </a:lnTo>
                  <a:cubicBezTo>
                    <a:pt x="1" y="1727"/>
                    <a:pt x="116" y="2065"/>
                    <a:pt x="396" y="2207"/>
                  </a:cubicBezTo>
                  <a:cubicBezTo>
                    <a:pt x="477" y="2247"/>
                    <a:pt x="562" y="2266"/>
                    <a:pt x="646" y="2266"/>
                  </a:cubicBezTo>
                  <a:cubicBezTo>
                    <a:pt x="854" y="2266"/>
                    <a:pt x="1055" y="2151"/>
                    <a:pt x="1154" y="1954"/>
                  </a:cubicBezTo>
                  <a:lnTo>
                    <a:pt x="1722" y="821"/>
                  </a:lnTo>
                  <a:cubicBezTo>
                    <a:pt x="1861" y="541"/>
                    <a:pt x="1749" y="199"/>
                    <a:pt x="1468" y="61"/>
                  </a:cubicBezTo>
                  <a:cubicBezTo>
                    <a:pt x="1387" y="20"/>
                    <a:pt x="1300" y="1"/>
                    <a:pt x="1215" y="1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28">
                <a:solidFill>
                  <a:srgbClr val="435D74"/>
                </a:solidFill>
              </a:endParaRPr>
            </a:p>
          </p:txBody>
        </p:sp>
        <p:sp>
          <p:nvSpPr>
            <p:cNvPr id="394" name="Google Shape;394;p35"/>
            <p:cNvSpPr/>
            <p:nvPr/>
          </p:nvSpPr>
          <p:spPr>
            <a:xfrm>
              <a:off x="3611225" y="323500"/>
              <a:ext cx="56550" cy="28325"/>
            </a:xfrm>
            <a:custGeom>
              <a:rect b="b" l="l" r="r" t="t"/>
              <a:pathLst>
                <a:path extrusionOk="0" h="1133" w="2262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28">
                <a:solidFill>
                  <a:srgbClr val="435D74"/>
                </a:solidFill>
              </a:endParaRPr>
            </a:p>
          </p:txBody>
        </p:sp>
        <p:sp>
          <p:nvSpPr>
            <p:cNvPr id="395" name="Google Shape;395;p35"/>
            <p:cNvSpPr/>
            <p:nvPr/>
          </p:nvSpPr>
          <p:spPr>
            <a:xfrm>
              <a:off x="3413075" y="323500"/>
              <a:ext cx="56550" cy="28325"/>
            </a:xfrm>
            <a:custGeom>
              <a:rect b="b" l="l" r="r" t="t"/>
              <a:pathLst>
                <a:path extrusionOk="0" h="1133" w="2262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28">
                <a:solidFill>
                  <a:srgbClr val="435D74"/>
                </a:solidFill>
              </a:endParaRPr>
            </a:p>
          </p:txBody>
        </p:sp>
      </p:grpSp>
      <p:grpSp>
        <p:nvGrpSpPr>
          <p:cNvPr id="396" name="Google Shape;396;p35"/>
          <p:cNvGrpSpPr/>
          <p:nvPr/>
        </p:nvGrpSpPr>
        <p:grpSpPr>
          <a:xfrm>
            <a:off x="6918770" y="2414058"/>
            <a:ext cx="156547" cy="176494"/>
            <a:chOff x="3299850" y="238575"/>
            <a:chExt cx="427725" cy="482225"/>
          </a:xfrm>
        </p:grpSpPr>
        <p:sp>
          <p:nvSpPr>
            <p:cNvPr id="397" name="Google Shape;397;p35"/>
            <p:cNvSpPr/>
            <p:nvPr/>
          </p:nvSpPr>
          <p:spPr>
            <a:xfrm>
              <a:off x="3299850" y="323500"/>
              <a:ext cx="427725" cy="397300"/>
            </a:xfrm>
            <a:custGeom>
              <a:rect b="b" l="l" r="r" t="t"/>
              <a:pathLst>
                <a:path extrusionOk="0" h="15892" w="17109">
                  <a:moveTo>
                    <a:pt x="3397" y="6794"/>
                  </a:moveTo>
                  <a:lnTo>
                    <a:pt x="3397" y="14759"/>
                  </a:lnTo>
                  <a:lnTo>
                    <a:pt x="1132" y="14759"/>
                  </a:lnTo>
                  <a:lnTo>
                    <a:pt x="1132" y="6794"/>
                  </a:lnTo>
                  <a:close/>
                  <a:moveTo>
                    <a:pt x="9034" y="1132"/>
                  </a:moveTo>
                  <a:cubicBezTo>
                    <a:pt x="9683" y="1175"/>
                    <a:pt x="10191" y="1712"/>
                    <a:pt x="10191" y="2364"/>
                  </a:cubicBezTo>
                  <a:cubicBezTo>
                    <a:pt x="10191" y="3346"/>
                    <a:pt x="9774" y="5275"/>
                    <a:pt x="9221" y="5828"/>
                  </a:cubicBezTo>
                  <a:cubicBezTo>
                    <a:pt x="8865" y="6184"/>
                    <a:pt x="9119" y="6794"/>
                    <a:pt x="9623" y="6794"/>
                  </a:cubicBezTo>
                  <a:lnTo>
                    <a:pt x="15285" y="6794"/>
                  </a:lnTo>
                  <a:cubicBezTo>
                    <a:pt x="15599" y="6794"/>
                    <a:pt x="15849" y="7047"/>
                    <a:pt x="15849" y="7361"/>
                  </a:cubicBezTo>
                  <a:cubicBezTo>
                    <a:pt x="15849" y="7672"/>
                    <a:pt x="15599" y="7926"/>
                    <a:pt x="15285" y="7926"/>
                  </a:cubicBezTo>
                  <a:lnTo>
                    <a:pt x="11888" y="7926"/>
                  </a:lnTo>
                  <a:cubicBezTo>
                    <a:pt x="11574" y="7926"/>
                    <a:pt x="11323" y="8180"/>
                    <a:pt x="11323" y="8494"/>
                  </a:cubicBezTo>
                  <a:cubicBezTo>
                    <a:pt x="11323" y="8805"/>
                    <a:pt x="11574" y="9058"/>
                    <a:pt x="11888" y="9058"/>
                  </a:cubicBezTo>
                  <a:lnTo>
                    <a:pt x="15285" y="9058"/>
                  </a:lnTo>
                  <a:cubicBezTo>
                    <a:pt x="15586" y="9058"/>
                    <a:pt x="15852" y="9342"/>
                    <a:pt x="15852" y="9662"/>
                  </a:cubicBezTo>
                  <a:cubicBezTo>
                    <a:pt x="15852" y="9976"/>
                    <a:pt x="15599" y="10230"/>
                    <a:pt x="15285" y="10230"/>
                  </a:cubicBezTo>
                  <a:lnTo>
                    <a:pt x="11888" y="10230"/>
                  </a:lnTo>
                  <a:cubicBezTo>
                    <a:pt x="11574" y="10230"/>
                    <a:pt x="11323" y="10484"/>
                    <a:pt x="11323" y="10795"/>
                  </a:cubicBezTo>
                  <a:cubicBezTo>
                    <a:pt x="11323" y="11109"/>
                    <a:pt x="11574" y="11362"/>
                    <a:pt x="11888" y="11362"/>
                  </a:cubicBezTo>
                  <a:lnTo>
                    <a:pt x="14152" y="11362"/>
                  </a:lnTo>
                  <a:cubicBezTo>
                    <a:pt x="14466" y="11362"/>
                    <a:pt x="14717" y="11616"/>
                    <a:pt x="14717" y="11927"/>
                  </a:cubicBezTo>
                  <a:cubicBezTo>
                    <a:pt x="14717" y="12241"/>
                    <a:pt x="14466" y="12494"/>
                    <a:pt x="14152" y="12494"/>
                  </a:cubicBezTo>
                  <a:lnTo>
                    <a:pt x="11888" y="12494"/>
                  </a:lnTo>
                  <a:cubicBezTo>
                    <a:pt x="11574" y="12494"/>
                    <a:pt x="11323" y="12748"/>
                    <a:pt x="11323" y="13059"/>
                  </a:cubicBezTo>
                  <a:cubicBezTo>
                    <a:pt x="11323" y="13373"/>
                    <a:pt x="11574" y="13627"/>
                    <a:pt x="11888" y="13627"/>
                  </a:cubicBezTo>
                  <a:lnTo>
                    <a:pt x="13020" y="13627"/>
                  </a:lnTo>
                  <a:cubicBezTo>
                    <a:pt x="13334" y="13627"/>
                    <a:pt x="13585" y="13880"/>
                    <a:pt x="13585" y="14191"/>
                  </a:cubicBezTo>
                  <a:cubicBezTo>
                    <a:pt x="13585" y="14505"/>
                    <a:pt x="13334" y="14759"/>
                    <a:pt x="13020" y="14759"/>
                  </a:cubicBezTo>
                  <a:lnTo>
                    <a:pt x="9197" y="14759"/>
                  </a:lnTo>
                  <a:cubicBezTo>
                    <a:pt x="8041" y="14759"/>
                    <a:pt x="6890" y="14572"/>
                    <a:pt x="5794" y="14207"/>
                  </a:cubicBezTo>
                  <a:lnTo>
                    <a:pt x="4529" y="13784"/>
                  </a:lnTo>
                  <a:lnTo>
                    <a:pt x="4529" y="7712"/>
                  </a:lnTo>
                  <a:lnTo>
                    <a:pt x="5686" y="7132"/>
                  </a:lnTo>
                  <a:cubicBezTo>
                    <a:pt x="6265" y="6842"/>
                    <a:pt x="6797" y="6459"/>
                    <a:pt x="7253" y="6003"/>
                  </a:cubicBezTo>
                  <a:lnTo>
                    <a:pt x="7289" y="5963"/>
                  </a:lnTo>
                  <a:cubicBezTo>
                    <a:pt x="8352" y="4901"/>
                    <a:pt x="8917" y="2654"/>
                    <a:pt x="9034" y="1132"/>
                  </a:cubicBezTo>
                  <a:close/>
                  <a:moveTo>
                    <a:pt x="8491" y="0"/>
                  </a:moveTo>
                  <a:cubicBezTo>
                    <a:pt x="8177" y="0"/>
                    <a:pt x="7926" y="254"/>
                    <a:pt x="7926" y="568"/>
                  </a:cubicBezTo>
                  <a:cubicBezTo>
                    <a:pt x="7926" y="1887"/>
                    <a:pt x="7380" y="4276"/>
                    <a:pt x="6492" y="5166"/>
                  </a:cubicBezTo>
                  <a:lnTo>
                    <a:pt x="6456" y="5203"/>
                  </a:lnTo>
                  <a:cubicBezTo>
                    <a:pt x="6081" y="5574"/>
                    <a:pt x="5652" y="5885"/>
                    <a:pt x="5181" y="6120"/>
                  </a:cubicBezTo>
                  <a:lnTo>
                    <a:pt x="4529" y="6444"/>
                  </a:lnTo>
                  <a:lnTo>
                    <a:pt x="4529" y="6229"/>
                  </a:lnTo>
                  <a:cubicBezTo>
                    <a:pt x="4529" y="5915"/>
                    <a:pt x="4276" y="5661"/>
                    <a:pt x="3962" y="5661"/>
                  </a:cubicBezTo>
                  <a:lnTo>
                    <a:pt x="565" y="5661"/>
                  </a:lnTo>
                  <a:cubicBezTo>
                    <a:pt x="251" y="5661"/>
                    <a:pt x="0" y="5915"/>
                    <a:pt x="0" y="6229"/>
                  </a:cubicBezTo>
                  <a:lnTo>
                    <a:pt x="0" y="15324"/>
                  </a:lnTo>
                  <a:cubicBezTo>
                    <a:pt x="0" y="15638"/>
                    <a:pt x="251" y="15891"/>
                    <a:pt x="565" y="15891"/>
                  </a:cubicBezTo>
                  <a:lnTo>
                    <a:pt x="3962" y="15891"/>
                  </a:lnTo>
                  <a:cubicBezTo>
                    <a:pt x="4276" y="15891"/>
                    <a:pt x="4529" y="15638"/>
                    <a:pt x="4529" y="15324"/>
                  </a:cubicBezTo>
                  <a:lnTo>
                    <a:pt x="4529" y="14976"/>
                  </a:lnTo>
                  <a:lnTo>
                    <a:pt x="5435" y="15278"/>
                  </a:lnTo>
                  <a:cubicBezTo>
                    <a:pt x="6649" y="15683"/>
                    <a:pt x="7917" y="15888"/>
                    <a:pt x="9197" y="15888"/>
                  </a:cubicBezTo>
                  <a:lnTo>
                    <a:pt x="13020" y="15888"/>
                  </a:lnTo>
                  <a:cubicBezTo>
                    <a:pt x="14219" y="15888"/>
                    <a:pt x="15040" y="14681"/>
                    <a:pt x="14599" y="13566"/>
                  </a:cubicBezTo>
                  <a:cubicBezTo>
                    <a:pt x="15577" y="13298"/>
                    <a:pt x="16106" y="12241"/>
                    <a:pt x="15731" y="11302"/>
                  </a:cubicBezTo>
                  <a:cubicBezTo>
                    <a:pt x="16468" y="11100"/>
                    <a:pt x="16981" y="10429"/>
                    <a:pt x="16984" y="9662"/>
                  </a:cubicBezTo>
                  <a:cubicBezTo>
                    <a:pt x="16981" y="9233"/>
                    <a:pt x="16824" y="8823"/>
                    <a:pt x="16541" y="8503"/>
                  </a:cubicBezTo>
                  <a:cubicBezTo>
                    <a:pt x="16994" y="8005"/>
                    <a:pt x="17108" y="7289"/>
                    <a:pt x="16837" y="6673"/>
                  </a:cubicBezTo>
                  <a:cubicBezTo>
                    <a:pt x="16565" y="6060"/>
                    <a:pt x="15958" y="5661"/>
                    <a:pt x="15285" y="5661"/>
                  </a:cubicBezTo>
                  <a:lnTo>
                    <a:pt x="10635" y="5661"/>
                  </a:lnTo>
                  <a:cubicBezTo>
                    <a:pt x="11109" y="4577"/>
                    <a:pt x="11323" y="3104"/>
                    <a:pt x="11323" y="2364"/>
                  </a:cubicBezTo>
                  <a:cubicBezTo>
                    <a:pt x="11320" y="1060"/>
                    <a:pt x="10263" y="3"/>
                    <a:pt x="8959" y="0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28">
                <a:solidFill>
                  <a:srgbClr val="435D74"/>
                </a:solidFill>
              </a:endParaRPr>
            </a:p>
          </p:txBody>
        </p:sp>
        <p:sp>
          <p:nvSpPr>
            <p:cNvPr id="398" name="Google Shape;398;p35"/>
            <p:cNvSpPr/>
            <p:nvPr/>
          </p:nvSpPr>
          <p:spPr>
            <a:xfrm>
              <a:off x="3467650" y="238575"/>
              <a:ext cx="46525" cy="56650"/>
            </a:xfrm>
            <a:custGeom>
              <a:rect b="b" l="l" r="r" t="t"/>
              <a:pathLst>
                <a:path extrusionOk="0" h="2266" w="1861">
                  <a:moveTo>
                    <a:pt x="646" y="1"/>
                  </a:moveTo>
                  <a:cubicBezTo>
                    <a:pt x="561" y="1"/>
                    <a:pt x="475" y="20"/>
                    <a:pt x="393" y="61"/>
                  </a:cubicBezTo>
                  <a:cubicBezTo>
                    <a:pt x="112" y="199"/>
                    <a:pt x="0" y="541"/>
                    <a:pt x="139" y="821"/>
                  </a:cubicBezTo>
                  <a:lnTo>
                    <a:pt x="707" y="1954"/>
                  </a:lnTo>
                  <a:cubicBezTo>
                    <a:pt x="805" y="2150"/>
                    <a:pt x="1005" y="2265"/>
                    <a:pt x="1212" y="2265"/>
                  </a:cubicBezTo>
                  <a:cubicBezTo>
                    <a:pt x="1297" y="2265"/>
                    <a:pt x="1384" y="2246"/>
                    <a:pt x="1465" y="2204"/>
                  </a:cubicBezTo>
                  <a:cubicBezTo>
                    <a:pt x="1746" y="2065"/>
                    <a:pt x="1860" y="1727"/>
                    <a:pt x="1718" y="1446"/>
                  </a:cubicBezTo>
                  <a:lnTo>
                    <a:pt x="1154" y="314"/>
                  </a:lnTo>
                  <a:cubicBezTo>
                    <a:pt x="1053" y="115"/>
                    <a:pt x="854" y="1"/>
                    <a:pt x="646" y="1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28">
                <a:solidFill>
                  <a:srgbClr val="435D74"/>
                </a:solidFill>
              </a:endParaRPr>
            </a:p>
          </p:txBody>
        </p:sp>
        <p:sp>
          <p:nvSpPr>
            <p:cNvPr id="399" name="Google Shape;399;p35"/>
            <p:cNvSpPr/>
            <p:nvPr/>
          </p:nvSpPr>
          <p:spPr>
            <a:xfrm>
              <a:off x="3566675" y="238575"/>
              <a:ext cx="46525" cy="56675"/>
            </a:xfrm>
            <a:custGeom>
              <a:rect b="b" l="l" r="r" t="t"/>
              <a:pathLst>
                <a:path extrusionOk="0" h="2267" w="1861">
                  <a:moveTo>
                    <a:pt x="1215" y="1"/>
                  </a:moveTo>
                  <a:cubicBezTo>
                    <a:pt x="1007" y="1"/>
                    <a:pt x="808" y="115"/>
                    <a:pt x="707" y="314"/>
                  </a:cubicBezTo>
                  <a:lnTo>
                    <a:pt x="143" y="1446"/>
                  </a:lnTo>
                  <a:cubicBezTo>
                    <a:pt x="1" y="1727"/>
                    <a:pt x="116" y="2065"/>
                    <a:pt x="396" y="2207"/>
                  </a:cubicBezTo>
                  <a:cubicBezTo>
                    <a:pt x="477" y="2247"/>
                    <a:pt x="562" y="2266"/>
                    <a:pt x="646" y="2266"/>
                  </a:cubicBezTo>
                  <a:cubicBezTo>
                    <a:pt x="854" y="2266"/>
                    <a:pt x="1055" y="2151"/>
                    <a:pt x="1154" y="1954"/>
                  </a:cubicBezTo>
                  <a:lnTo>
                    <a:pt x="1722" y="821"/>
                  </a:lnTo>
                  <a:cubicBezTo>
                    <a:pt x="1861" y="541"/>
                    <a:pt x="1749" y="199"/>
                    <a:pt x="1468" y="61"/>
                  </a:cubicBezTo>
                  <a:cubicBezTo>
                    <a:pt x="1387" y="20"/>
                    <a:pt x="1300" y="1"/>
                    <a:pt x="1215" y="1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28">
                <a:solidFill>
                  <a:srgbClr val="435D74"/>
                </a:solidFill>
              </a:endParaRPr>
            </a:p>
          </p:txBody>
        </p:sp>
        <p:sp>
          <p:nvSpPr>
            <p:cNvPr id="400" name="Google Shape;400;p35"/>
            <p:cNvSpPr/>
            <p:nvPr/>
          </p:nvSpPr>
          <p:spPr>
            <a:xfrm>
              <a:off x="3611225" y="323500"/>
              <a:ext cx="56550" cy="28325"/>
            </a:xfrm>
            <a:custGeom>
              <a:rect b="b" l="l" r="r" t="t"/>
              <a:pathLst>
                <a:path extrusionOk="0" h="1133" w="2262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28">
                <a:solidFill>
                  <a:srgbClr val="435D74"/>
                </a:solidFill>
              </a:endParaRPr>
            </a:p>
          </p:txBody>
        </p:sp>
        <p:sp>
          <p:nvSpPr>
            <p:cNvPr id="401" name="Google Shape;401;p35"/>
            <p:cNvSpPr/>
            <p:nvPr/>
          </p:nvSpPr>
          <p:spPr>
            <a:xfrm>
              <a:off x="3413075" y="323500"/>
              <a:ext cx="56550" cy="28325"/>
            </a:xfrm>
            <a:custGeom>
              <a:rect b="b" l="l" r="r" t="t"/>
              <a:pathLst>
                <a:path extrusionOk="0" h="1133" w="2262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28">
                <a:solidFill>
                  <a:srgbClr val="435D74"/>
                </a:solidFill>
              </a:endParaRPr>
            </a:p>
          </p:txBody>
        </p:sp>
      </p:grpSp>
      <p:sp>
        <p:nvSpPr>
          <p:cNvPr id="402" name="Google Shape;402;p35"/>
          <p:cNvSpPr txBox="1"/>
          <p:nvPr/>
        </p:nvSpPr>
        <p:spPr>
          <a:xfrm>
            <a:off x="5525338" y="3695025"/>
            <a:ext cx="1013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Rev $1,050.0  k </a:t>
            </a:r>
            <a:endParaRPr sz="9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Profit $103.7  k </a:t>
            </a:r>
            <a:b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9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Margin 10%</a:t>
            </a:r>
            <a:endParaRPr sz="9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grpSp>
        <p:nvGrpSpPr>
          <p:cNvPr id="403" name="Google Shape;403;p35"/>
          <p:cNvGrpSpPr/>
          <p:nvPr/>
        </p:nvGrpSpPr>
        <p:grpSpPr>
          <a:xfrm>
            <a:off x="6989922" y="1732194"/>
            <a:ext cx="314961" cy="361034"/>
            <a:chOff x="-49398750" y="2684600"/>
            <a:chExt cx="263875" cy="302475"/>
          </a:xfrm>
        </p:grpSpPr>
        <p:sp>
          <p:nvSpPr>
            <p:cNvPr id="404" name="Google Shape;404;p35"/>
            <p:cNvSpPr/>
            <p:nvPr/>
          </p:nvSpPr>
          <p:spPr>
            <a:xfrm>
              <a:off x="-49294775" y="2684600"/>
              <a:ext cx="73275" cy="299325"/>
            </a:xfrm>
            <a:custGeom>
              <a:rect b="b" l="l" r="r" t="t"/>
              <a:pathLst>
                <a:path extrusionOk="0" h="11973" w="2931">
                  <a:moveTo>
                    <a:pt x="1481" y="1387"/>
                  </a:moveTo>
                  <a:lnTo>
                    <a:pt x="2017" y="2836"/>
                  </a:lnTo>
                  <a:lnTo>
                    <a:pt x="914" y="2836"/>
                  </a:lnTo>
                  <a:lnTo>
                    <a:pt x="1481" y="1387"/>
                  </a:lnTo>
                  <a:close/>
                  <a:moveTo>
                    <a:pt x="2174" y="3529"/>
                  </a:moveTo>
                  <a:lnTo>
                    <a:pt x="2174" y="9893"/>
                  </a:lnTo>
                  <a:lnTo>
                    <a:pt x="757" y="9893"/>
                  </a:lnTo>
                  <a:lnTo>
                    <a:pt x="757" y="3529"/>
                  </a:lnTo>
                  <a:close/>
                  <a:moveTo>
                    <a:pt x="2174" y="10586"/>
                  </a:moveTo>
                  <a:lnTo>
                    <a:pt x="2174" y="10964"/>
                  </a:lnTo>
                  <a:cubicBezTo>
                    <a:pt x="2143" y="11153"/>
                    <a:pt x="1985" y="11311"/>
                    <a:pt x="1828" y="11311"/>
                  </a:cubicBezTo>
                  <a:lnTo>
                    <a:pt x="1103" y="11311"/>
                  </a:lnTo>
                  <a:cubicBezTo>
                    <a:pt x="914" y="11311"/>
                    <a:pt x="757" y="11153"/>
                    <a:pt x="757" y="10964"/>
                  </a:cubicBezTo>
                  <a:lnTo>
                    <a:pt x="757" y="10586"/>
                  </a:lnTo>
                  <a:close/>
                  <a:moveTo>
                    <a:pt x="1450" y="1"/>
                  </a:moveTo>
                  <a:cubicBezTo>
                    <a:pt x="1355" y="1"/>
                    <a:pt x="1198" y="95"/>
                    <a:pt x="1135" y="253"/>
                  </a:cubicBezTo>
                  <a:cubicBezTo>
                    <a:pt x="1" y="3246"/>
                    <a:pt x="95" y="3088"/>
                    <a:pt x="95" y="3151"/>
                  </a:cubicBezTo>
                  <a:lnTo>
                    <a:pt x="95" y="10933"/>
                  </a:lnTo>
                  <a:cubicBezTo>
                    <a:pt x="95" y="11500"/>
                    <a:pt x="568" y="11973"/>
                    <a:pt x="1135" y="11973"/>
                  </a:cubicBezTo>
                  <a:lnTo>
                    <a:pt x="1859" y="11973"/>
                  </a:lnTo>
                  <a:cubicBezTo>
                    <a:pt x="2458" y="11973"/>
                    <a:pt x="2931" y="11500"/>
                    <a:pt x="2931" y="10933"/>
                  </a:cubicBezTo>
                  <a:lnTo>
                    <a:pt x="2931" y="3120"/>
                  </a:lnTo>
                  <a:cubicBezTo>
                    <a:pt x="2836" y="3088"/>
                    <a:pt x="2931" y="3277"/>
                    <a:pt x="1765" y="253"/>
                  </a:cubicBezTo>
                  <a:cubicBezTo>
                    <a:pt x="1733" y="127"/>
                    <a:pt x="1576" y="1"/>
                    <a:pt x="1450" y="1"/>
                  </a:cubicBezTo>
                  <a:close/>
                </a:path>
              </a:pathLst>
            </a:custGeom>
            <a:solidFill>
              <a:srgbClr val="E0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5"/>
            <p:cNvSpPr/>
            <p:nvPr/>
          </p:nvSpPr>
          <p:spPr>
            <a:xfrm>
              <a:off x="-49398750" y="2684600"/>
              <a:ext cx="87450" cy="300900"/>
            </a:xfrm>
            <a:custGeom>
              <a:rect b="b" l="l" r="r" t="t"/>
              <a:pathLst>
                <a:path extrusionOk="0" h="12036" w="3498">
                  <a:moveTo>
                    <a:pt x="2773" y="662"/>
                  </a:moveTo>
                  <a:lnTo>
                    <a:pt x="2773" y="11311"/>
                  </a:lnTo>
                  <a:lnTo>
                    <a:pt x="662" y="11311"/>
                  </a:lnTo>
                  <a:lnTo>
                    <a:pt x="662" y="10586"/>
                  </a:lnTo>
                  <a:lnTo>
                    <a:pt x="1734" y="10586"/>
                  </a:lnTo>
                  <a:cubicBezTo>
                    <a:pt x="1923" y="10586"/>
                    <a:pt x="2080" y="10429"/>
                    <a:pt x="2080" y="10240"/>
                  </a:cubicBezTo>
                  <a:cubicBezTo>
                    <a:pt x="2080" y="10051"/>
                    <a:pt x="1923" y="9893"/>
                    <a:pt x="1734" y="9893"/>
                  </a:cubicBezTo>
                  <a:lnTo>
                    <a:pt x="662" y="9893"/>
                  </a:lnTo>
                  <a:lnTo>
                    <a:pt x="662" y="9169"/>
                  </a:lnTo>
                  <a:lnTo>
                    <a:pt x="1009" y="9169"/>
                  </a:lnTo>
                  <a:cubicBezTo>
                    <a:pt x="1198" y="9169"/>
                    <a:pt x="1356" y="9011"/>
                    <a:pt x="1356" y="8822"/>
                  </a:cubicBezTo>
                  <a:cubicBezTo>
                    <a:pt x="1356" y="8633"/>
                    <a:pt x="1198" y="8475"/>
                    <a:pt x="1009" y="8475"/>
                  </a:cubicBezTo>
                  <a:lnTo>
                    <a:pt x="662" y="8475"/>
                  </a:lnTo>
                  <a:lnTo>
                    <a:pt x="662" y="7751"/>
                  </a:lnTo>
                  <a:lnTo>
                    <a:pt x="1734" y="7751"/>
                  </a:lnTo>
                  <a:cubicBezTo>
                    <a:pt x="1923" y="7751"/>
                    <a:pt x="2080" y="7593"/>
                    <a:pt x="2080" y="7404"/>
                  </a:cubicBezTo>
                  <a:cubicBezTo>
                    <a:pt x="2080" y="7215"/>
                    <a:pt x="1923" y="7058"/>
                    <a:pt x="1734" y="7058"/>
                  </a:cubicBezTo>
                  <a:lnTo>
                    <a:pt x="662" y="7058"/>
                  </a:lnTo>
                  <a:lnTo>
                    <a:pt x="662" y="6333"/>
                  </a:lnTo>
                  <a:lnTo>
                    <a:pt x="1009" y="6333"/>
                  </a:lnTo>
                  <a:cubicBezTo>
                    <a:pt x="1198" y="6333"/>
                    <a:pt x="1356" y="6176"/>
                    <a:pt x="1356" y="5987"/>
                  </a:cubicBezTo>
                  <a:cubicBezTo>
                    <a:pt x="1356" y="5798"/>
                    <a:pt x="1198" y="5640"/>
                    <a:pt x="1009" y="5640"/>
                  </a:cubicBezTo>
                  <a:lnTo>
                    <a:pt x="662" y="5640"/>
                  </a:lnTo>
                  <a:lnTo>
                    <a:pt x="662" y="4947"/>
                  </a:lnTo>
                  <a:lnTo>
                    <a:pt x="1734" y="4947"/>
                  </a:lnTo>
                  <a:cubicBezTo>
                    <a:pt x="1923" y="4947"/>
                    <a:pt x="2080" y="4789"/>
                    <a:pt x="2080" y="4569"/>
                  </a:cubicBezTo>
                  <a:cubicBezTo>
                    <a:pt x="2080" y="4380"/>
                    <a:pt x="1923" y="4222"/>
                    <a:pt x="1734" y="4222"/>
                  </a:cubicBezTo>
                  <a:lnTo>
                    <a:pt x="662" y="4222"/>
                  </a:lnTo>
                  <a:lnTo>
                    <a:pt x="662" y="3498"/>
                  </a:lnTo>
                  <a:lnTo>
                    <a:pt x="1009" y="3498"/>
                  </a:lnTo>
                  <a:cubicBezTo>
                    <a:pt x="1198" y="3498"/>
                    <a:pt x="1356" y="3340"/>
                    <a:pt x="1356" y="3151"/>
                  </a:cubicBezTo>
                  <a:cubicBezTo>
                    <a:pt x="1356" y="2962"/>
                    <a:pt x="1198" y="2805"/>
                    <a:pt x="1009" y="2805"/>
                  </a:cubicBezTo>
                  <a:lnTo>
                    <a:pt x="662" y="2805"/>
                  </a:lnTo>
                  <a:lnTo>
                    <a:pt x="662" y="2080"/>
                  </a:lnTo>
                  <a:lnTo>
                    <a:pt x="1734" y="2080"/>
                  </a:lnTo>
                  <a:cubicBezTo>
                    <a:pt x="1923" y="2080"/>
                    <a:pt x="2080" y="1922"/>
                    <a:pt x="2080" y="1733"/>
                  </a:cubicBezTo>
                  <a:cubicBezTo>
                    <a:pt x="2080" y="1544"/>
                    <a:pt x="1923" y="1387"/>
                    <a:pt x="1734" y="1387"/>
                  </a:cubicBezTo>
                  <a:lnTo>
                    <a:pt x="662" y="1387"/>
                  </a:lnTo>
                  <a:lnTo>
                    <a:pt x="662" y="662"/>
                  </a:ln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lnTo>
                    <a:pt x="1" y="11657"/>
                  </a:lnTo>
                  <a:cubicBezTo>
                    <a:pt x="1" y="11878"/>
                    <a:pt x="158" y="12036"/>
                    <a:pt x="347" y="12036"/>
                  </a:cubicBezTo>
                  <a:lnTo>
                    <a:pt x="3151" y="12036"/>
                  </a:lnTo>
                  <a:cubicBezTo>
                    <a:pt x="3340" y="12036"/>
                    <a:pt x="3498" y="11878"/>
                    <a:pt x="3498" y="11657"/>
                  </a:cubicBezTo>
                  <a:lnTo>
                    <a:pt x="3498" y="379"/>
                  </a:lnTo>
                  <a:cubicBezTo>
                    <a:pt x="3498" y="158"/>
                    <a:pt x="3340" y="1"/>
                    <a:pt x="3151" y="1"/>
                  </a:cubicBezTo>
                  <a:close/>
                </a:path>
              </a:pathLst>
            </a:custGeom>
            <a:solidFill>
              <a:srgbClr val="E0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5"/>
            <p:cNvSpPr/>
            <p:nvPr/>
          </p:nvSpPr>
          <p:spPr>
            <a:xfrm>
              <a:off x="-49207350" y="2686175"/>
              <a:ext cx="72475" cy="300900"/>
            </a:xfrm>
            <a:custGeom>
              <a:rect b="b" l="l" r="r" t="t"/>
              <a:pathLst>
                <a:path extrusionOk="0" h="12036" w="2899">
                  <a:moveTo>
                    <a:pt x="1859" y="694"/>
                  </a:moveTo>
                  <a:lnTo>
                    <a:pt x="1859" y="694"/>
                  </a:lnTo>
                  <a:cubicBezTo>
                    <a:pt x="1828" y="820"/>
                    <a:pt x="1796" y="946"/>
                    <a:pt x="1796" y="1040"/>
                  </a:cubicBezTo>
                  <a:cubicBezTo>
                    <a:pt x="1733" y="1418"/>
                    <a:pt x="1828" y="1765"/>
                    <a:pt x="2111" y="2112"/>
                  </a:cubicBezTo>
                  <a:cubicBezTo>
                    <a:pt x="2143" y="2143"/>
                    <a:pt x="2174" y="2238"/>
                    <a:pt x="2143" y="2301"/>
                  </a:cubicBezTo>
                  <a:cubicBezTo>
                    <a:pt x="2017" y="2584"/>
                    <a:pt x="1796" y="2773"/>
                    <a:pt x="1481" y="2773"/>
                  </a:cubicBezTo>
                  <a:cubicBezTo>
                    <a:pt x="1072" y="2773"/>
                    <a:pt x="757" y="2458"/>
                    <a:pt x="757" y="2080"/>
                  </a:cubicBezTo>
                  <a:cubicBezTo>
                    <a:pt x="757" y="1670"/>
                    <a:pt x="914" y="1324"/>
                    <a:pt x="1166" y="1103"/>
                  </a:cubicBezTo>
                  <a:cubicBezTo>
                    <a:pt x="1387" y="851"/>
                    <a:pt x="1576" y="788"/>
                    <a:pt x="1859" y="694"/>
                  </a:cubicBezTo>
                  <a:close/>
                  <a:moveTo>
                    <a:pt x="1450" y="3466"/>
                  </a:moveTo>
                  <a:cubicBezTo>
                    <a:pt x="1513" y="3529"/>
                    <a:pt x="1702" y="3781"/>
                    <a:pt x="1859" y="4600"/>
                  </a:cubicBezTo>
                  <a:cubicBezTo>
                    <a:pt x="1954" y="4726"/>
                    <a:pt x="1954" y="4789"/>
                    <a:pt x="1954" y="4884"/>
                  </a:cubicBezTo>
                  <a:lnTo>
                    <a:pt x="946" y="4884"/>
                  </a:lnTo>
                  <a:cubicBezTo>
                    <a:pt x="946" y="4789"/>
                    <a:pt x="1009" y="4726"/>
                    <a:pt x="1009" y="4600"/>
                  </a:cubicBezTo>
                  <a:cubicBezTo>
                    <a:pt x="1198" y="3781"/>
                    <a:pt x="1355" y="3529"/>
                    <a:pt x="1450" y="3466"/>
                  </a:cubicBezTo>
                  <a:close/>
                  <a:moveTo>
                    <a:pt x="2111" y="5546"/>
                  </a:moveTo>
                  <a:cubicBezTo>
                    <a:pt x="2174" y="6081"/>
                    <a:pt x="2237" y="6680"/>
                    <a:pt x="2237" y="7310"/>
                  </a:cubicBezTo>
                  <a:cubicBezTo>
                    <a:pt x="2174" y="9389"/>
                    <a:pt x="1796" y="10901"/>
                    <a:pt x="1481" y="11216"/>
                  </a:cubicBezTo>
                  <a:cubicBezTo>
                    <a:pt x="1387" y="11122"/>
                    <a:pt x="1198" y="10901"/>
                    <a:pt x="1040" y="10082"/>
                  </a:cubicBezTo>
                  <a:cubicBezTo>
                    <a:pt x="883" y="9326"/>
                    <a:pt x="757" y="8349"/>
                    <a:pt x="757" y="7310"/>
                  </a:cubicBezTo>
                  <a:cubicBezTo>
                    <a:pt x="757" y="6680"/>
                    <a:pt x="788" y="6081"/>
                    <a:pt x="883" y="5546"/>
                  </a:cubicBezTo>
                  <a:close/>
                  <a:moveTo>
                    <a:pt x="2489" y="1"/>
                  </a:moveTo>
                  <a:cubicBezTo>
                    <a:pt x="1796" y="1"/>
                    <a:pt x="1229" y="32"/>
                    <a:pt x="662" y="631"/>
                  </a:cubicBezTo>
                  <a:cubicBezTo>
                    <a:pt x="253" y="1009"/>
                    <a:pt x="1" y="1576"/>
                    <a:pt x="1" y="2112"/>
                  </a:cubicBezTo>
                  <a:cubicBezTo>
                    <a:pt x="1" y="2616"/>
                    <a:pt x="284" y="3088"/>
                    <a:pt x="725" y="3340"/>
                  </a:cubicBezTo>
                  <a:cubicBezTo>
                    <a:pt x="190" y="4285"/>
                    <a:pt x="1" y="6302"/>
                    <a:pt x="1" y="7436"/>
                  </a:cubicBezTo>
                  <a:cubicBezTo>
                    <a:pt x="1" y="8539"/>
                    <a:pt x="127" y="10555"/>
                    <a:pt x="725" y="11531"/>
                  </a:cubicBezTo>
                  <a:cubicBezTo>
                    <a:pt x="914" y="11878"/>
                    <a:pt x="1166" y="12036"/>
                    <a:pt x="1450" y="12036"/>
                  </a:cubicBezTo>
                  <a:cubicBezTo>
                    <a:pt x="1702" y="12036"/>
                    <a:pt x="1954" y="11878"/>
                    <a:pt x="2143" y="11531"/>
                  </a:cubicBezTo>
                  <a:cubicBezTo>
                    <a:pt x="2710" y="10586"/>
                    <a:pt x="2868" y="8570"/>
                    <a:pt x="2868" y="7436"/>
                  </a:cubicBezTo>
                  <a:cubicBezTo>
                    <a:pt x="2836" y="6239"/>
                    <a:pt x="2742" y="4254"/>
                    <a:pt x="2174" y="3309"/>
                  </a:cubicBezTo>
                  <a:cubicBezTo>
                    <a:pt x="2458" y="3151"/>
                    <a:pt x="2710" y="2868"/>
                    <a:pt x="2773" y="2553"/>
                  </a:cubicBezTo>
                  <a:cubicBezTo>
                    <a:pt x="2899" y="2238"/>
                    <a:pt x="2805" y="1923"/>
                    <a:pt x="2616" y="1670"/>
                  </a:cubicBezTo>
                  <a:cubicBezTo>
                    <a:pt x="2426" y="1450"/>
                    <a:pt x="2300" y="1135"/>
                    <a:pt x="2773" y="536"/>
                  </a:cubicBezTo>
                  <a:cubicBezTo>
                    <a:pt x="2836" y="410"/>
                    <a:pt x="2899" y="316"/>
                    <a:pt x="2805" y="190"/>
                  </a:cubicBezTo>
                  <a:cubicBezTo>
                    <a:pt x="2773" y="64"/>
                    <a:pt x="2616" y="1"/>
                    <a:pt x="2489" y="1"/>
                  </a:cubicBezTo>
                  <a:close/>
                </a:path>
              </a:pathLst>
            </a:custGeom>
            <a:solidFill>
              <a:srgbClr val="E0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rtificial Intelligence (AI) Startup Business Plan by Slidesgo">
  <a:themeElements>
    <a:clrScheme name="Simple Light">
      <a:dk1>
        <a:srgbClr val="191919"/>
      </a:dk1>
      <a:lt1>
        <a:srgbClr val="FFFFFF"/>
      </a:lt1>
      <a:dk2>
        <a:srgbClr val="C1C1C1"/>
      </a:dk2>
      <a:lt2>
        <a:srgbClr val="E7E7E7"/>
      </a:lt2>
      <a:accent1>
        <a:srgbClr val="6E79E4"/>
      </a:accent1>
      <a:accent2>
        <a:srgbClr val="3C3C3B"/>
      </a:accent2>
      <a:accent3>
        <a:srgbClr val="5C64B8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